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12"/>
  </p:notesMasterIdLst>
  <p:sldIdLst>
    <p:sldId id="464" r:id="rId5"/>
    <p:sldId id="403" r:id="rId6"/>
    <p:sldId id="469" r:id="rId7"/>
    <p:sldId id="465" r:id="rId8"/>
    <p:sldId id="467" r:id="rId9"/>
    <p:sldId id="466" r:id="rId10"/>
    <p:sldId id="45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01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845" userDrawn="1">
          <p15:clr>
            <a:srgbClr val="A4A3A4"/>
          </p15:clr>
        </p15:guide>
        <p15:guide id="4" orient="horz" pos="22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FFFF"/>
    <a:srgbClr val="61223B"/>
    <a:srgbClr val="3A3E40"/>
    <a:srgbClr val="F1EBDF"/>
    <a:srgbClr val="461B2B"/>
    <a:srgbClr val="461A2B"/>
    <a:srgbClr val="4D5356"/>
    <a:srgbClr val="E2D6C0"/>
    <a:srgbClr val="8B23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F462903-D7E0-4A84-AD6B-B881F8732C20}" v="4" dt="2026-05-23T12:40:39.65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934" autoAdjust="0"/>
    <p:restoredTop sz="95033" autoAdjust="0"/>
  </p:normalViewPr>
  <p:slideViewPr>
    <p:cSldViewPr snapToGrid="0" snapToObjects="1" showGuides="1">
      <p:cViewPr varScale="1">
        <p:scale>
          <a:sx n="82" d="100"/>
          <a:sy n="82" d="100"/>
        </p:scale>
        <p:origin x="998" y="72"/>
      </p:cViewPr>
      <p:guideLst>
        <p:guide orient="horz" pos="2001"/>
        <p:guide pos="3840"/>
        <p:guide orient="horz" pos="845"/>
        <p:guide orient="horz" pos="2260"/>
      </p:guideLst>
    </p:cSldViewPr>
  </p:slid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40" d="100"/>
        <a:sy n="40" d="100"/>
      </p:scale>
      <p:origin x="0" y="0"/>
    </p:cViewPr>
  </p:sorterViewPr>
  <p:notesViewPr>
    <p:cSldViewPr snapToGrid="0" snapToObjects="1">
      <p:cViewPr varScale="1">
        <p:scale>
          <a:sx n="158" d="100"/>
          <a:sy n="158" d="100"/>
        </p:scale>
        <p:origin x="5640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mon Daniel" userId="8a895e28f4a9d273" providerId="LiveId" clId="{6B1B0F69-0C42-4021-BF89-3E5245C89FDB}"/>
    <pc:docChg chg="undo redo custSel addSld delSld modSld">
      <pc:chgData name="Simon Daniel" userId="8a895e28f4a9d273" providerId="LiveId" clId="{6B1B0F69-0C42-4021-BF89-3E5245C89FDB}" dt="2026-05-23T12:47:47.436" v="7258" actId="20577"/>
      <pc:docMkLst>
        <pc:docMk/>
      </pc:docMkLst>
      <pc:sldChg chg="del">
        <pc:chgData name="Simon Daniel" userId="8a895e28f4a9d273" providerId="LiveId" clId="{6B1B0F69-0C42-4021-BF89-3E5245C89FDB}" dt="2026-05-23T12:45:18.638" v="7257" actId="2696"/>
        <pc:sldMkLst>
          <pc:docMk/>
          <pc:sldMk cId="251010323" sldId="408"/>
        </pc:sldMkLst>
      </pc:sldChg>
      <pc:sldChg chg="del">
        <pc:chgData name="Simon Daniel" userId="8a895e28f4a9d273" providerId="LiveId" clId="{6B1B0F69-0C42-4021-BF89-3E5245C89FDB}" dt="2026-05-23T12:36:48.051" v="6998" actId="2696"/>
        <pc:sldMkLst>
          <pc:docMk/>
          <pc:sldMk cId="1025101663" sldId="413"/>
        </pc:sldMkLst>
      </pc:sldChg>
      <pc:sldChg chg="modSp mod">
        <pc:chgData name="Simon Daniel" userId="8a895e28f4a9d273" providerId="LiveId" clId="{6B1B0F69-0C42-4021-BF89-3E5245C89FDB}" dt="2026-05-23T12:36:39.339" v="6997" actId="20577"/>
        <pc:sldMkLst>
          <pc:docMk/>
          <pc:sldMk cId="2595952031" sldId="465"/>
        </pc:sldMkLst>
        <pc:spChg chg="mod">
          <ac:chgData name="Simon Daniel" userId="8a895e28f4a9d273" providerId="LiveId" clId="{6B1B0F69-0C42-4021-BF89-3E5245C89FDB}" dt="2026-05-23T12:35:48.792" v="6924" actId="20577"/>
          <ac:spMkLst>
            <pc:docMk/>
            <pc:sldMk cId="2595952031" sldId="465"/>
            <ac:spMk id="3" creationId="{0CFC232A-9AE9-B186-D96D-B7995E1B91AD}"/>
          </ac:spMkLst>
        </pc:spChg>
        <pc:spChg chg="mod">
          <ac:chgData name="Simon Daniel" userId="8a895e28f4a9d273" providerId="LiveId" clId="{6B1B0F69-0C42-4021-BF89-3E5245C89FDB}" dt="2026-05-23T12:36:39.339" v="6997" actId="20577"/>
          <ac:spMkLst>
            <pc:docMk/>
            <pc:sldMk cId="2595952031" sldId="465"/>
            <ac:spMk id="4" creationId="{D311EAD3-8F5C-CD43-2788-E9430C88E1C3}"/>
          </ac:spMkLst>
        </pc:spChg>
      </pc:sldChg>
      <pc:sldChg chg="modSp mod">
        <pc:chgData name="Simon Daniel" userId="8a895e28f4a9d273" providerId="LiveId" clId="{6B1B0F69-0C42-4021-BF89-3E5245C89FDB}" dt="2026-05-23T12:47:47.436" v="7258" actId="20577"/>
        <pc:sldMkLst>
          <pc:docMk/>
          <pc:sldMk cId="3825931384" sldId="466"/>
        </pc:sldMkLst>
        <pc:spChg chg="mod">
          <ac:chgData name="Simon Daniel" userId="8a895e28f4a9d273" providerId="LiveId" clId="{6B1B0F69-0C42-4021-BF89-3E5245C89FDB}" dt="2026-05-23T12:47:47.436" v="7258" actId="20577"/>
          <ac:spMkLst>
            <pc:docMk/>
            <pc:sldMk cId="3825931384" sldId="466"/>
            <ac:spMk id="2" creationId="{535FF0C2-C350-393C-09D5-43AC7CC3D6AD}"/>
          </ac:spMkLst>
        </pc:spChg>
      </pc:sldChg>
      <pc:sldChg chg="modSp mod">
        <pc:chgData name="Simon Daniel" userId="8a895e28f4a9d273" providerId="LiveId" clId="{6B1B0F69-0C42-4021-BF89-3E5245C89FDB}" dt="2026-05-23T12:42:25.501" v="7252" actId="1076"/>
        <pc:sldMkLst>
          <pc:docMk/>
          <pc:sldMk cId="1664828702" sldId="467"/>
        </pc:sldMkLst>
        <pc:spChg chg="mod">
          <ac:chgData name="Simon Daniel" userId="8a895e28f4a9d273" providerId="LiveId" clId="{6B1B0F69-0C42-4021-BF89-3E5245C89FDB}" dt="2026-05-23T12:38:36.413" v="7013" actId="20577"/>
          <ac:spMkLst>
            <pc:docMk/>
            <pc:sldMk cId="1664828702" sldId="467"/>
            <ac:spMk id="2" creationId="{5CB68CBD-2C30-7FDB-E1AB-4E52E4E5C333}"/>
          </ac:spMkLst>
        </pc:spChg>
        <pc:spChg chg="mod">
          <ac:chgData name="Simon Daniel" userId="8a895e28f4a9d273" providerId="LiveId" clId="{6B1B0F69-0C42-4021-BF89-3E5245C89FDB}" dt="2026-05-23T12:42:16.174" v="7251" actId="27636"/>
          <ac:spMkLst>
            <pc:docMk/>
            <pc:sldMk cId="1664828702" sldId="467"/>
            <ac:spMk id="3" creationId="{03890BF1-EF6F-1F1D-A0E9-239780B7341E}"/>
          </ac:spMkLst>
        </pc:spChg>
        <pc:picChg chg="mod">
          <ac:chgData name="Simon Daniel" userId="8a895e28f4a9d273" providerId="LiveId" clId="{6B1B0F69-0C42-4021-BF89-3E5245C89FDB}" dt="2026-05-23T12:42:25.501" v="7252" actId="1076"/>
          <ac:picMkLst>
            <pc:docMk/>
            <pc:sldMk cId="1664828702" sldId="467"/>
            <ac:picMk id="8" creationId="{9C36ADFD-A7C3-8FB8-826D-3A9DC34DEC7D}"/>
          </ac:picMkLst>
        </pc:picChg>
      </pc:sldChg>
      <pc:sldChg chg="addSp delSp modSp del mod">
        <pc:chgData name="Simon Daniel" userId="8a895e28f4a9d273" providerId="LiveId" clId="{6B1B0F69-0C42-4021-BF89-3E5245C89FDB}" dt="2026-05-23T12:19:19.292" v="6596" actId="2696"/>
        <pc:sldMkLst>
          <pc:docMk/>
          <pc:sldMk cId="522265086" sldId="468"/>
        </pc:sldMkLst>
      </pc:sldChg>
      <pc:sldChg chg="modSp mod">
        <pc:chgData name="Simon Daniel" userId="8a895e28f4a9d273" providerId="LiveId" clId="{6B1B0F69-0C42-4021-BF89-3E5245C89FDB}" dt="2026-05-23T12:34:24.787" v="6854" actId="20577"/>
        <pc:sldMkLst>
          <pc:docMk/>
          <pc:sldMk cId="2333895111" sldId="469"/>
        </pc:sldMkLst>
        <pc:spChg chg="mod">
          <ac:chgData name="Simon Daniel" userId="8a895e28f4a9d273" providerId="LiveId" clId="{6B1B0F69-0C42-4021-BF89-3E5245C89FDB}" dt="2026-05-23T12:34:24.787" v="6854" actId="20577"/>
          <ac:spMkLst>
            <pc:docMk/>
            <pc:sldMk cId="2333895111" sldId="469"/>
            <ac:spMk id="3" creationId="{1E166F32-2CD9-297A-6173-1933E71D3DED}"/>
          </ac:spMkLst>
        </pc:spChg>
      </pc:sldChg>
      <pc:sldChg chg="add del">
        <pc:chgData name="Simon Daniel" userId="8a895e28f4a9d273" providerId="LiveId" clId="{6B1B0F69-0C42-4021-BF89-3E5245C89FDB}" dt="2026-05-23T12:45:07.675" v="7254" actId="2890"/>
        <pc:sldMkLst>
          <pc:docMk/>
          <pc:sldMk cId="1727183669" sldId="470"/>
        </pc:sldMkLst>
      </pc:sldChg>
      <pc:sldChg chg="add del">
        <pc:chgData name="Simon Daniel" userId="8a895e28f4a9d273" providerId="LiveId" clId="{6B1B0F69-0C42-4021-BF89-3E5245C89FDB}" dt="2026-05-23T12:45:12.015" v="7256" actId="2890"/>
        <pc:sldMkLst>
          <pc:docMk/>
          <pc:sldMk cId="1812456219" sldId="470"/>
        </pc:sldMkLst>
      </pc:sldChg>
      <pc:sldChg chg="del">
        <pc:chgData name="Simon Daniel" userId="8a895e28f4a9d273" providerId="LiveId" clId="{6B1B0F69-0C42-4021-BF89-3E5245C89FDB}" dt="2026-05-23T12:20:28.114" v="6599" actId="2696"/>
        <pc:sldMkLst>
          <pc:docMk/>
          <pc:sldMk cId="1953383870" sldId="470"/>
        </pc:sldMkLst>
      </pc:sldChg>
      <pc:sldChg chg="del">
        <pc:chgData name="Simon Daniel" userId="8a895e28f4a9d273" providerId="LiveId" clId="{6B1B0F69-0C42-4021-BF89-3E5245C89FDB}" dt="2026-05-23T12:20:15.271" v="6598" actId="2696"/>
        <pc:sldMkLst>
          <pc:docMk/>
          <pc:sldMk cId="3882294048" sldId="471"/>
        </pc:sldMkLst>
      </pc:sldChg>
      <pc:sldChg chg="del">
        <pc:chgData name="Simon Daniel" userId="8a895e28f4a9d273" providerId="LiveId" clId="{6B1B0F69-0C42-4021-BF89-3E5245C89FDB}" dt="2026-05-23T12:20:03.387" v="6597" actId="2696"/>
        <pc:sldMkLst>
          <pc:docMk/>
          <pc:sldMk cId="1727530991" sldId="472"/>
        </pc:sldMkLst>
      </pc:sldChg>
      <pc:sldChg chg="del">
        <pc:chgData name="Simon Daniel" userId="8a895e28f4a9d273" providerId="LiveId" clId="{6B1B0F69-0C42-4021-BF89-3E5245C89FDB}" dt="2026-05-23T12:29:25.387" v="6601" actId="2696"/>
        <pc:sldMkLst>
          <pc:docMk/>
          <pc:sldMk cId="3174871520" sldId="47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D69B49-EEFB-4B49-ACAD-82B53A8DDF70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BF6EFC-B03E-874C-9CD9-41B66C8AE1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995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>
                <a:solidFill>
                  <a:srgbClr val="000000"/>
                </a:solidFill>
              </a:rPr>
              <a:t>Picture placeholder slide layout</a:t>
            </a:r>
          </a:p>
          <a:p>
            <a:endParaRPr lang="en-GB" dirty="0">
              <a:solidFill>
                <a:srgbClr val="000000"/>
              </a:solidFill>
            </a:endParaRPr>
          </a:p>
          <a:p>
            <a:r>
              <a:rPr lang="en-GB" dirty="0">
                <a:solidFill>
                  <a:srgbClr val="000000"/>
                </a:solidFill>
              </a:rPr>
              <a:t>To change the picture: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Select the picture by clicking on it near the bottom of the slide (under the title placeholder), then 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Picture Format 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tab.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Change Picture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icon and choose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From a File/This Device… 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option.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solidFill>
                  <a:srgbClr val="000000"/>
                </a:solidFill>
                <a:latin typeface="Raleway" panose="020B0003030101060003" pitchFamily="34" charset="0"/>
              </a:rPr>
              <a:t>Browse and select a picture and 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Insert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button.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b="0" dirty="0">
              <a:solidFill>
                <a:srgbClr val="000000"/>
              </a:solidFill>
              <a:latin typeface="Raleway" panose="020B00030301010600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Use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Crop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command to adjust the image.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Crop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command again to apply the changes.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b="0" dirty="0">
              <a:solidFill>
                <a:srgbClr val="000000"/>
              </a:solidFill>
              <a:latin typeface="Raleway" panose="020B00030301010600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Remember to add image attributions to photographs or artworks.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BF6EFC-B03E-874C-9CD9-41B66C8AE1E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8530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>
                <a:solidFill>
                  <a:srgbClr val="000000"/>
                </a:solidFill>
              </a:rPr>
              <a:t>Cover/End slide layout</a:t>
            </a:r>
            <a:endParaRPr lang="en-ZA" b="1" i="0" dirty="0">
              <a:solidFill>
                <a:srgbClr val="252423"/>
              </a:solidFill>
              <a:effectLst/>
              <a:latin typeface="-apple-system"/>
            </a:endParaRPr>
          </a:p>
          <a:p>
            <a:endParaRPr lang="en-ZA" b="0" i="0" dirty="0">
              <a:solidFill>
                <a:srgbClr val="252423"/>
              </a:solidFill>
              <a:effectLst/>
              <a:latin typeface="-apple-system"/>
            </a:endParaRPr>
          </a:p>
          <a:p>
            <a:r>
              <a:rPr lang="en-GB" dirty="0">
                <a:solidFill>
                  <a:srgbClr val="000000"/>
                </a:solidFill>
              </a:rPr>
              <a:t>To change the picture: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Select the picture by clicking on it near the bottom of the slide (under the title placeholder), then 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Picture Format 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tab.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Change Picture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icon and choose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From a File/This Device… 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option.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solidFill>
                  <a:srgbClr val="000000"/>
                </a:solidFill>
                <a:latin typeface="Raleway" panose="020B0003030101060003" pitchFamily="34" charset="0"/>
              </a:rPr>
              <a:t>Browse and select a picture and 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Insert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button.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b="0" dirty="0">
              <a:solidFill>
                <a:srgbClr val="000000"/>
              </a:solidFill>
              <a:latin typeface="Raleway" panose="020B00030301010600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Use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Crop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command to adjust the image.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Crop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command again to apply the changes.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b="0" dirty="0">
              <a:solidFill>
                <a:srgbClr val="000000"/>
              </a:solidFill>
              <a:latin typeface="Raleway" panose="020B00030301010600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Remember to add image attributions to photographs or artworks.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BF6EFC-B03E-874C-9CD9-41B66C8AE1E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1786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Relationship Id="rId5" Type="http://schemas.microsoft.com/office/2007/relationships/hdphoto" Target="../media/hdphoto3.wdp"/><Relationship Id="rId4" Type="http://schemas.openxmlformats.org/officeDocument/2006/relationships/image" Target="../media/image10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sv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sv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Relationship Id="rId5" Type="http://schemas.microsoft.com/office/2007/relationships/hdphoto" Target="../media/hdphoto4.wdp"/><Relationship Id="rId4" Type="http://schemas.openxmlformats.org/officeDocument/2006/relationships/image" Target="../media/image7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placeholder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A4D5691A-DF2A-B631-3356-F20E32A7232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153150"/>
          </a:xfrm>
          <a:custGeom>
            <a:avLst/>
            <a:gdLst>
              <a:gd name="connsiteX0" fmla="*/ 0 w 12192000"/>
              <a:gd name="connsiteY0" fmla="*/ 0 h 6153150"/>
              <a:gd name="connsiteX1" fmla="*/ 12192000 w 12192000"/>
              <a:gd name="connsiteY1" fmla="*/ 0 h 6153150"/>
              <a:gd name="connsiteX2" fmla="*/ 12192000 w 12192000"/>
              <a:gd name="connsiteY2" fmla="*/ 2812338 h 6153150"/>
              <a:gd name="connsiteX3" fmla="*/ 12192000 w 12192000"/>
              <a:gd name="connsiteY3" fmla="*/ 4980890 h 6153150"/>
              <a:gd name="connsiteX4" fmla="*/ 12190158 w 12192000"/>
              <a:gd name="connsiteY4" fmla="*/ 5028464 h 6153150"/>
              <a:gd name="connsiteX5" fmla="*/ 11268702 w 12192000"/>
              <a:gd name="connsiteY5" fmla="*/ 6150849 h 6153150"/>
              <a:gd name="connsiteX6" fmla="*/ 11218565 w 12192000"/>
              <a:gd name="connsiteY6" fmla="*/ 6153150 h 6153150"/>
              <a:gd name="connsiteX7" fmla="*/ 732479 w 12192000"/>
              <a:gd name="connsiteY7" fmla="*/ 6153150 h 6153150"/>
              <a:gd name="connsiteX8" fmla="*/ 0 w 12192000"/>
              <a:gd name="connsiteY8" fmla="*/ 6152812 h 6153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6153150">
                <a:moveTo>
                  <a:pt x="0" y="0"/>
                </a:moveTo>
                <a:lnTo>
                  <a:pt x="12192000" y="0"/>
                </a:lnTo>
                <a:lnTo>
                  <a:pt x="12192000" y="2812338"/>
                </a:lnTo>
                <a:lnTo>
                  <a:pt x="12192000" y="4980890"/>
                </a:lnTo>
                <a:lnTo>
                  <a:pt x="12190158" y="5028464"/>
                </a:lnTo>
                <a:cubicBezTo>
                  <a:pt x="12139394" y="5640573"/>
                  <a:pt x="11907055" y="6089798"/>
                  <a:pt x="11268702" y="6150849"/>
                </a:cubicBezTo>
                <a:lnTo>
                  <a:pt x="11218565" y="6153150"/>
                </a:lnTo>
                <a:lnTo>
                  <a:pt x="732479" y="6153150"/>
                </a:lnTo>
                <a:lnTo>
                  <a:pt x="0" y="615281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wrap="square">
            <a:noAutofit/>
          </a:bodyPr>
          <a:lstStyle/>
          <a:p>
            <a:endParaRPr lang="en-US"/>
          </a:p>
        </p:txBody>
      </p:sp>
      <p:pic>
        <p:nvPicPr>
          <p:cNvPr id="15" name="Graphic 14" hidden="1">
            <a:extLst>
              <a:ext uri="{FF2B5EF4-FFF2-40B4-BE49-F238E27FC236}">
                <a16:creationId xmlns:a16="http://schemas.microsoft.com/office/drawing/2014/main" id="{A2218D35-116E-8153-354A-A6E99E13150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87477" y="-214184"/>
            <a:ext cx="2066165" cy="3790815"/>
          </a:xfrm>
          <a:prstGeom prst="rect">
            <a:avLst/>
          </a:prstGeom>
        </p:spPr>
      </p:pic>
      <p:pic>
        <p:nvPicPr>
          <p:cNvPr id="17" name="Picture 16" descr="Graphical user interface&#10;&#10;Description automatically generated with medium confidence" hidden="1">
            <a:extLst>
              <a:ext uri="{FF2B5EF4-FFF2-40B4-BE49-F238E27FC236}">
                <a16:creationId xmlns:a16="http://schemas.microsoft.com/office/drawing/2014/main" id="{9132A00F-2C35-A6C6-E1AB-2CC36806056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27000"/>
          </a:blip>
          <a:stretch>
            <a:fillRect/>
          </a:stretch>
        </p:blipFill>
        <p:spPr>
          <a:xfrm>
            <a:off x="-8170" y="0"/>
            <a:ext cx="12200170" cy="6879223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9CD36E32-2A40-D24A-8390-E02F528447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0242" y="3429000"/>
            <a:ext cx="8917172" cy="1456087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25638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olid maroon background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EFBB9BB2-B12A-6B43-D83C-0CF7C739890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004928" y="7654"/>
            <a:ext cx="2187072" cy="6866389"/>
          </a:xfrm>
          <a:prstGeom prst="rect">
            <a:avLst/>
          </a:prstGeom>
        </p:spPr>
      </p:pic>
      <p:sp>
        <p:nvSpPr>
          <p:cNvPr id="4" name="Title">
            <a:extLst>
              <a:ext uri="{FF2B5EF4-FFF2-40B4-BE49-F238E27FC236}">
                <a16:creationId xmlns:a16="http://schemas.microsoft.com/office/drawing/2014/main" id="{E75E6900-34EA-B252-FDC5-6373F9E100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0242" y="3429000"/>
            <a:ext cx="8917172" cy="1456087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29BC7BE7-92CB-84E6-6352-F8D05593BDF1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1"/>
            <a:ext cx="3329614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1206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on white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47907" y="1707775"/>
            <a:ext cx="11489673" cy="4785173"/>
          </a:xfrm>
        </p:spPr>
        <p:txBody>
          <a:bodyPr>
            <a:normAutofit lnSpcReduction="10000"/>
          </a:bodyPr>
          <a:lstStyle/>
          <a:p>
            <a:r>
              <a:rPr lang="en-GB" dirty="0"/>
              <a:t>Content placeholder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7907" y="266387"/>
            <a:ext cx="8903670" cy="101917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3108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on white bg with patter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attern">
            <a:extLst>
              <a:ext uri="{FF2B5EF4-FFF2-40B4-BE49-F238E27FC236}">
                <a16:creationId xmlns:a16="http://schemas.microsoft.com/office/drawing/2014/main" id="{92A5C720-0429-4541-B977-B6E1AE463E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schemeClr val="accent2">
                <a:shade val="45000"/>
                <a:satMod val="135000"/>
              </a:schemeClr>
              <a:prstClr val="white"/>
            </a:duotone>
            <a:alphaModFix amt="4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115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79" y="1417674"/>
            <a:ext cx="12190620" cy="5180748"/>
          </a:xfrm>
          <a:prstGeom prst="rect">
            <a:avLst/>
          </a:prstGeom>
        </p:spPr>
      </p:pic>
      <p:sp>
        <p:nvSpPr>
          <p:cNvPr id="4" name="Content Placeholder ">
            <a:extLst>
              <a:ext uri="{FF2B5EF4-FFF2-40B4-BE49-F238E27FC236}">
                <a16:creationId xmlns:a16="http://schemas.microsoft.com/office/drawing/2014/main" id="{4A0A04E6-82A6-6342-BC69-1852DDFBABA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47329" y="1701053"/>
            <a:ext cx="11506253" cy="4793876"/>
          </a:xfrm>
        </p:spPr>
        <p:txBody>
          <a:bodyPr>
            <a:normAutofit lnSpcReduction="10000"/>
          </a:bodyPr>
          <a:lstStyle/>
          <a:p>
            <a:r>
              <a:rPr lang="en-GB" dirty="0"/>
              <a:t>Content placeholder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7329" y="266387"/>
            <a:ext cx="8902997" cy="101917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34913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 userDrawn="1">
          <p15:clr>
            <a:srgbClr val="FBAE40"/>
          </p15:clr>
        </p15:guide>
        <p15:guide id="2" orient="horz" pos="867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-heading and content on white bg with pattern pan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attern">
            <a:extLst>
              <a:ext uri="{FF2B5EF4-FFF2-40B4-BE49-F238E27FC236}">
                <a16:creationId xmlns:a16="http://schemas.microsoft.com/office/drawing/2014/main" id="{4232ACA5-F913-4C40-9156-9574AC847B0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schemeClr val="accent2">
                <a:shade val="45000"/>
                <a:satMod val="135000"/>
              </a:schemeClr>
              <a:prstClr val="white"/>
            </a:duotone>
            <a:alphaModFix amt="4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115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79" y="1417790"/>
            <a:ext cx="4041984" cy="5180631"/>
          </a:xfrm>
          <a:prstGeom prst="rect">
            <a:avLst/>
          </a:prstGeom>
        </p:spPr>
      </p:pic>
      <p:sp>
        <p:nvSpPr>
          <p:cNvPr id="13" name="Content Placeholder ">
            <a:extLst>
              <a:ext uri="{FF2B5EF4-FFF2-40B4-BE49-F238E27FC236}">
                <a16:creationId xmlns:a16="http://schemas.microsoft.com/office/drawing/2014/main" id="{297102B3-ABBC-8342-9686-98DDA2B5DFA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98506" y="1701053"/>
            <a:ext cx="7553252" cy="4797183"/>
          </a:xfrm>
        </p:spPr>
        <p:txBody>
          <a:bodyPr>
            <a:normAutofit lnSpcReduction="10000"/>
          </a:bodyPr>
          <a:lstStyle/>
          <a:p>
            <a:r>
              <a:rPr lang="en-GB" dirty="0"/>
              <a:t>Content placeholder</a:t>
            </a:r>
          </a:p>
        </p:txBody>
      </p:sp>
      <p:sp>
        <p:nvSpPr>
          <p:cNvPr id="14" name="Sub-heading">
            <a:extLst>
              <a:ext uri="{FF2B5EF4-FFF2-40B4-BE49-F238E27FC236}">
                <a16:creationId xmlns:a16="http://schemas.microsoft.com/office/drawing/2014/main" id="{F0A305C8-DF3E-DB45-9F64-CF839254AAC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0242" y="1701053"/>
            <a:ext cx="3703121" cy="4797183"/>
          </a:xfrm>
        </p:spPr>
        <p:txBody>
          <a:bodyPr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1" i="0" kern="1200" dirty="0">
                <a:solidFill>
                  <a:schemeClr val="tx1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0242" y="265295"/>
            <a:ext cx="8910084" cy="10191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3628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l layout slide on white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White Rectangle">
            <a:extLst>
              <a:ext uri="{FF2B5EF4-FFF2-40B4-BE49-F238E27FC236}">
                <a16:creationId xmlns:a16="http://schemas.microsoft.com/office/drawing/2014/main" id="{948D6589-07BC-504A-9A95-293D1FAB3969}"/>
              </a:ext>
            </a:extLst>
          </p:cNvPr>
          <p:cNvSpPr/>
          <p:nvPr userDrawn="1"/>
        </p:nvSpPr>
        <p:spPr>
          <a:xfrm>
            <a:off x="0" y="0"/>
            <a:ext cx="12192000" cy="13389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Content Placeholder  2">
            <a:extLst>
              <a:ext uri="{FF2B5EF4-FFF2-40B4-BE49-F238E27FC236}">
                <a16:creationId xmlns:a16="http://schemas.microsoft.com/office/drawing/2014/main" id="{2FCD4CF8-0C12-EA43-B791-77B95BE3B8A1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6305552" y="1701053"/>
            <a:ext cx="5546206" cy="4788936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i="1">
                <a:solidFill>
                  <a:schemeClr val="tx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3A21EA00-5D4A-874F-9DE9-2C510BCA999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05550" y="219918"/>
            <a:ext cx="5546208" cy="1019176"/>
          </a:xfrm>
        </p:spPr>
        <p:txBody>
          <a:bodyPr/>
          <a:lstStyle>
            <a:lvl1pPr marL="0" indent="0">
              <a:buFontTx/>
              <a:buNone/>
              <a:defRPr lang="en-GB" sz="3200" b="1" i="1" kern="1200" dirty="0" smtClean="0">
                <a:solidFill>
                  <a:schemeClr val="accent1"/>
                </a:solidFill>
                <a:latin typeface="Trebuchet MS" panose="020B0703020202090204" pitchFamily="34" charset="0"/>
                <a:ea typeface="+mj-ea"/>
                <a:cs typeface="+mj-cs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 dirty="0"/>
              <a:t>CLICK TO EDIT TITLE</a:t>
            </a:r>
          </a:p>
        </p:txBody>
      </p:sp>
      <p:sp>
        <p:nvSpPr>
          <p:cNvPr id="15" name="Content Placeholder 1">
            <a:extLst>
              <a:ext uri="{FF2B5EF4-FFF2-40B4-BE49-F238E27FC236}">
                <a16:creationId xmlns:a16="http://schemas.microsoft.com/office/drawing/2014/main" id="{711302C3-77CD-E045-AC17-217A8FF6520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40242" y="1701053"/>
            <a:ext cx="5546208" cy="4788936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>
                <a:solidFill>
                  <a:schemeClr val="tx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AD74D22F-7C30-804B-B618-3432E30FA7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0242" y="219918"/>
            <a:ext cx="5546209" cy="1019176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12878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x columns slide on white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White Rectangle">
            <a:extLst>
              <a:ext uri="{FF2B5EF4-FFF2-40B4-BE49-F238E27FC236}">
                <a16:creationId xmlns:a16="http://schemas.microsoft.com/office/drawing/2014/main" id="{AF7E239E-9757-3248-A127-4F42F0637408}"/>
              </a:ext>
            </a:extLst>
          </p:cNvPr>
          <p:cNvSpPr/>
          <p:nvPr userDrawn="1"/>
        </p:nvSpPr>
        <p:spPr>
          <a:xfrm>
            <a:off x="0" y="0"/>
            <a:ext cx="12192000" cy="13389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2B59F022-8EBD-944D-810D-855A24D6A260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8253778" y="1701053"/>
            <a:ext cx="3600000" cy="4797184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i="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46C5C79B-1FC7-684E-8098-DD6B7E0A012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53778" y="216396"/>
            <a:ext cx="3600000" cy="1067301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3200" b="1" i="0">
                <a:solidFill>
                  <a:schemeClr val="accent1"/>
                </a:solidFill>
                <a:latin typeface="Trebuchet MS" panose="020B0703020202090204" pitchFamily="34" charset="0"/>
              </a:defRPr>
            </a:lvl1pPr>
            <a:lvl2pPr marL="4572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2pPr>
            <a:lvl3pPr marL="9144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3pPr>
            <a:lvl4pPr marL="13716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4pPr>
            <a:lvl5pPr marL="1828800" indent="0" algn="l">
              <a:buFontTx/>
              <a:buNone/>
              <a:defRPr sz="3200" i="1">
                <a:solidFill>
                  <a:schemeClr val="accent1"/>
                </a:solidFill>
                <a:latin typeface="Trebuchet MS" panose="020B0703020202090204" pitchFamily="34" charset="0"/>
              </a:defRPr>
            </a:lvl5pPr>
          </a:lstStyle>
          <a:p>
            <a:pPr lvl="0"/>
            <a:r>
              <a:rPr lang="en-GB" dirty="0"/>
              <a:t>CLICK TO EDIT TITLE </a:t>
            </a:r>
          </a:p>
        </p:txBody>
      </p:sp>
      <p:sp>
        <p:nvSpPr>
          <p:cNvPr id="14" name="Content Placeholder  2">
            <a:extLst>
              <a:ext uri="{FF2B5EF4-FFF2-40B4-BE49-F238E27FC236}">
                <a16:creationId xmlns:a16="http://schemas.microsoft.com/office/drawing/2014/main" id="{4BF8A05F-FD1D-CD48-A3CF-DE8AF43F6977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4297619" y="1701053"/>
            <a:ext cx="3599998" cy="4797184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i="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17" name="Title 2">
            <a:extLst>
              <a:ext uri="{FF2B5EF4-FFF2-40B4-BE49-F238E27FC236}">
                <a16:creationId xmlns:a16="http://schemas.microsoft.com/office/drawing/2014/main" id="{5BE914C9-9E29-9D45-8E51-BE422FBBE2C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97618" y="215776"/>
            <a:ext cx="3600000" cy="1060426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3200" b="1" i="0">
                <a:solidFill>
                  <a:schemeClr val="accent1"/>
                </a:solidFill>
                <a:latin typeface="Trebuchet MS" panose="020B0703020202090204" pitchFamily="34" charset="0"/>
              </a:defRPr>
            </a:lvl1pPr>
            <a:lvl2pPr marL="4572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2pPr>
            <a:lvl3pPr marL="9144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3pPr>
            <a:lvl4pPr marL="13716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4pPr>
            <a:lvl5pPr marL="1828800" indent="0" algn="l">
              <a:buFontTx/>
              <a:buNone/>
              <a:defRPr sz="3200" i="1">
                <a:solidFill>
                  <a:schemeClr val="accent1"/>
                </a:solidFill>
                <a:latin typeface="Trebuchet MS" panose="020B0703020202090204" pitchFamily="34" charset="0"/>
              </a:defRPr>
            </a:lvl5pPr>
          </a:lstStyle>
          <a:p>
            <a:pPr lvl="0"/>
            <a:r>
              <a:rPr lang="en-GB" dirty="0"/>
              <a:t>CLICK TO EDIT TITLE </a:t>
            </a:r>
          </a:p>
        </p:txBody>
      </p:sp>
      <p:sp>
        <p:nvSpPr>
          <p:cNvPr id="10" name="Content Placeholder 1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41458" y="1701053"/>
            <a:ext cx="3600000" cy="4797184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0A2B4331-7730-C944-82F4-41B3F12BA69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41458" y="215776"/>
            <a:ext cx="3600000" cy="1060426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3200" b="1" i="0">
                <a:solidFill>
                  <a:schemeClr val="accent1"/>
                </a:solidFill>
                <a:latin typeface="Trebuchet MS" panose="020B0703020202090204" pitchFamily="34" charset="0"/>
              </a:defRPr>
            </a:lvl1pPr>
            <a:lvl2pPr marL="4572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2pPr>
            <a:lvl3pPr marL="9144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3pPr>
            <a:lvl4pPr marL="13716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4pPr>
            <a:lvl5pPr marL="1828800" indent="0" algn="l">
              <a:buFontTx/>
              <a:buNone/>
              <a:defRPr sz="3200" i="1">
                <a:solidFill>
                  <a:schemeClr val="accent1"/>
                </a:solidFill>
                <a:latin typeface="Trebuchet MS" panose="020B0703020202090204" pitchFamily="34" charset="0"/>
              </a:defRPr>
            </a:lvl5pPr>
          </a:lstStyle>
          <a:p>
            <a:pPr lvl="0"/>
            <a:r>
              <a:rPr lang="en-GB" dirty="0"/>
              <a:t>CLICK TO EDIT TITLE </a:t>
            </a:r>
          </a:p>
        </p:txBody>
      </p:sp>
    </p:spTree>
    <p:extLst>
      <p:ext uri="{BB962C8B-B14F-4D97-AF65-F5344CB8AC3E}">
        <p14:creationId xmlns:p14="http://schemas.microsoft.com/office/powerpoint/2010/main" val="20556485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slide on white b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attern Bottom">
            <a:extLst>
              <a:ext uri="{FF2B5EF4-FFF2-40B4-BE49-F238E27FC236}">
                <a16:creationId xmlns:a16="http://schemas.microsoft.com/office/drawing/2014/main" id="{7E41FF7E-0642-ED43-BF36-6F4C4C4A2BE9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5866" t="5503" r="48528" b="71220"/>
          <a:stretch/>
        </p:blipFill>
        <p:spPr>
          <a:xfrm>
            <a:off x="260606" y="4478953"/>
            <a:ext cx="4785278" cy="2148599"/>
          </a:xfrm>
          <a:prstGeom prst="rect">
            <a:avLst/>
          </a:prstGeom>
        </p:spPr>
      </p:pic>
      <p:pic>
        <p:nvPicPr>
          <p:cNvPr id="11" name="Pattern Top">
            <a:extLst>
              <a:ext uri="{FF2B5EF4-FFF2-40B4-BE49-F238E27FC236}">
                <a16:creationId xmlns:a16="http://schemas.microsoft.com/office/drawing/2014/main" id="{6124DACD-3877-F440-9547-FC58D4D8F16B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5866" t="5503" r="48528" b="71220"/>
          <a:stretch/>
        </p:blipFill>
        <p:spPr>
          <a:xfrm flipV="1">
            <a:off x="260883" y="-43952"/>
            <a:ext cx="4785278" cy="2148599"/>
          </a:xfrm>
          <a:prstGeom prst="rect">
            <a:avLst/>
          </a:prstGeom>
        </p:spPr>
      </p:pic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384800" y="1701053"/>
            <a:ext cx="6474045" cy="4786833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3523" y="2162753"/>
            <a:ext cx="4639444" cy="2258171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10113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on white bg with maroon banner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Maroon Banner">
            <a:extLst>
              <a:ext uri="{FF2B5EF4-FFF2-40B4-BE49-F238E27FC236}">
                <a16:creationId xmlns:a16="http://schemas.microsoft.com/office/drawing/2014/main" id="{6167D968-35CA-1DB8-1B74-50521DED38AD}"/>
              </a:ext>
            </a:extLst>
          </p:cNvPr>
          <p:cNvPicPr>
            <a:picLocks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9735" t="68607" r="9714" b="8720"/>
          <a:stretch/>
        </p:blipFill>
        <p:spPr>
          <a:xfrm>
            <a:off x="-7951" y="5669751"/>
            <a:ext cx="12204000" cy="1195743"/>
          </a:xfrm>
          <a:prstGeom prst="rect">
            <a:avLst/>
          </a:prstGeom>
        </p:spPr>
      </p:pic>
      <p:pic>
        <p:nvPicPr>
          <p:cNvPr id="8" name="SU Logo">
            <a:extLst>
              <a:ext uri="{FF2B5EF4-FFF2-40B4-BE49-F238E27FC236}">
                <a16:creationId xmlns:a16="http://schemas.microsoft.com/office/drawing/2014/main" id="{9A31297D-9031-1678-3B32-24C6FFF8A508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684670" y="5669752"/>
            <a:ext cx="2160000" cy="1167700"/>
          </a:xfrm>
          <a:prstGeom prst="rect">
            <a:avLst/>
          </a:prstGeom>
        </p:spPr>
      </p:pic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40241" y="1697394"/>
            <a:ext cx="11504429" cy="3781503"/>
          </a:xfrm>
        </p:spPr>
        <p:txBody>
          <a:bodyPr>
            <a:normAutofit lnSpcReduction="10000"/>
          </a:bodyPr>
          <a:lstStyle/>
          <a:p>
            <a:r>
              <a:rPr lang="en-GB" dirty="0"/>
              <a:t>Content placeholder</a:t>
            </a:r>
          </a:p>
        </p:txBody>
      </p:sp>
      <p:sp>
        <p:nvSpPr>
          <p:cNvPr id="7" name="White.Banner.Top">
            <a:extLst>
              <a:ext uri="{FF2B5EF4-FFF2-40B4-BE49-F238E27FC236}">
                <a16:creationId xmlns:a16="http://schemas.microsoft.com/office/drawing/2014/main" id="{C181FDE8-2CDE-9B53-F6F0-DC7BB4C9FF0A}"/>
              </a:ext>
            </a:extLst>
          </p:cNvPr>
          <p:cNvSpPr/>
          <p:nvPr userDrawn="1"/>
        </p:nvSpPr>
        <p:spPr>
          <a:xfrm>
            <a:off x="0" y="-1"/>
            <a:ext cx="12192000" cy="14187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9621" y="272383"/>
            <a:ext cx="11495049" cy="10191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  <p:sp>
        <p:nvSpPr>
          <p:cNvPr id="3" name="Gold strip">
            <a:extLst>
              <a:ext uri="{FF2B5EF4-FFF2-40B4-BE49-F238E27FC236}">
                <a16:creationId xmlns:a16="http://schemas.microsoft.com/office/drawing/2014/main" id="{B7788DC2-C383-B063-CAF1-06925BC59BE4}"/>
              </a:ext>
            </a:extLst>
          </p:cNvPr>
          <p:cNvSpPr/>
          <p:nvPr userDrawn="1"/>
        </p:nvSpPr>
        <p:spPr>
          <a:xfrm>
            <a:off x="0" y="-10274"/>
            <a:ext cx="12192000" cy="216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ooter">
            <a:extLst>
              <a:ext uri="{FF2B5EF4-FFF2-40B4-BE49-F238E27FC236}">
                <a16:creationId xmlns:a16="http://schemas.microsoft.com/office/drawing/2014/main" id="{1EB4AFB9-AD46-D1E1-906D-A134828DBB34}"/>
              </a:ext>
            </a:extLst>
          </p:cNvPr>
          <p:cNvSpPr txBox="1">
            <a:spLocks/>
          </p:cNvSpPr>
          <p:nvPr userDrawn="1"/>
        </p:nvSpPr>
        <p:spPr>
          <a:xfrm>
            <a:off x="515938" y="6597651"/>
            <a:ext cx="11125200" cy="26649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Tx/>
              <a:buNone/>
              <a:defRPr lang="en-GB" sz="1000" b="1" i="0" kern="1200" dirty="0">
                <a:solidFill>
                  <a:schemeClr val="accent1"/>
                </a:solidFill>
                <a:latin typeface="Trebuchet MS" panose="020B0703020202090204" pitchFamily="34" charset="0"/>
                <a:ea typeface="+mn-ea"/>
                <a:cs typeface="Calibri Light" panose="020F03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2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GB" sz="1000" b="0" i="0" dirty="0">
              <a:solidFill>
                <a:schemeClr val="bg1"/>
              </a:solidFill>
              <a:latin typeface="Trebuchet MS" panose="020B0703020202090204" pitchFamily="34" charset="0"/>
            </a:endParaRP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F23EA05-838C-E5C6-2C9D-1239932B0F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7329" y="5851917"/>
            <a:ext cx="9238881" cy="80337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11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1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1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text </a:t>
            </a:r>
          </a:p>
        </p:txBody>
      </p:sp>
    </p:spTree>
    <p:extLst>
      <p:ext uri="{BB962C8B-B14F-4D97-AF65-F5344CB8AC3E}">
        <p14:creationId xmlns:p14="http://schemas.microsoft.com/office/powerpoint/2010/main" val="40430994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-heading and content on white bg with maroon banner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Maroon Banner">
            <a:extLst>
              <a:ext uri="{FF2B5EF4-FFF2-40B4-BE49-F238E27FC236}">
                <a16:creationId xmlns:a16="http://schemas.microsoft.com/office/drawing/2014/main" id="{6167D968-35CA-1DB8-1B74-50521DED38AD}"/>
              </a:ext>
            </a:extLst>
          </p:cNvPr>
          <p:cNvPicPr>
            <a:picLocks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9735" t="68607" r="9714" b="8720"/>
          <a:stretch/>
        </p:blipFill>
        <p:spPr>
          <a:xfrm>
            <a:off x="-7951" y="5669751"/>
            <a:ext cx="12204000" cy="1195743"/>
          </a:xfrm>
          <a:prstGeom prst="rect">
            <a:avLst/>
          </a:prstGeom>
        </p:spPr>
      </p:pic>
      <p:pic>
        <p:nvPicPr>
          <p:cNvPr id="8" name="SU Logo">
            <a:extLst>
              <a:ext uri="{FF2B5EF4-FFF2-40B4-BE49-F238E27FC236}">
                <a16:creationId xmlns:a16="http://schemas.microsoft.com/office/drawing/2014/main" id="{9A31297D-9031-1678-3B32-24C6FFF8A508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684670" y="5669752"/>
            <a:ext cx="2160000" cy="1167700"/>
          </a:xfrm>
          <a:prstGeom prst="rect">
            <a:avLst/>
          </a:prstGeom>
        </p:spPr>
      </p:pic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82226" y="1697394"/>
            <a:ext cx="7462444" cy="3781503"/>
          </a:xfrm>
        </p:spPr>
        <p:txBody>
          <a:bodyPr>
            <a:normAutofit lnSpcReduction="10000"/>
          </a:bodyPr>
          <a:lstStyle/>
          <a:p>
            <a:r>
              <a:rPr lang="en-GB" dirty="0"/>
              <a:t>Content placeholder</a:t>
            </a:r>
          </a:p>
        </p:txBody>
      </p:sp>
      <p:sp>
        <p:nvSpPr>
          <p:cNvPr id="7" name="White.Banner.Top">
            <a:extLst>
              <a:ext uri="{FF2B5EF4-FFF2-40B4-BE49-F238E27FC236}">
                <a16:creationId xmlns:a16="http://schemas.microsoft.com/office/drawing/2014/main" id="{C181FDE8-2CDE-9B53-F6F0-DC7BB4C9FF0A}"/>
              </a:ext>
            </a:extLst>
          </p:cNvPr>
          <p:cNvSpPr/>
          <p:nvPr userDrawn="1"/>
        </p:nvSpPr>
        <p:spPr>
          <a:xfrm>
            <a:off x="0" y="-1"/>
            <a:ext cx="12192000" cy="14187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9621" y="272383"/>
            <a:ext cx="11495049" cy="10191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  <p:sp>
        <p:nvSpPr>
          <p:cNvPr id="3" name="Gold strip">
            <a:extLst>
              <a:ext uri="{FF2B5EF4-FFF2-40B4-BE49-F238E27FC236}">
                <a16:creationId xmlns:a16="http://schemas.microsoft.com/office/drawing/2014/main" id="{B7788DC2-C383-B063-CAF1-06925BC59BE4}"/>
              </a:ext>
            </a:extLst>
          </p:cNvPr>
          <p:cNvSpPr/>
          <p:nvPr userDrawn="1"/>
        </p:nvSpPr>
        <p:spPr>
          <a:xfrm>
            <a:off x="0" y="-10274"/>
            <a:ext cx="12192000" cy="216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ooter">
            <a:extLst>
              <a:ext uri="{FF2B5EF4-FFF2-40B4-BE49-F238E27FC236}">
                <a16:creationId xmlns:a16="http://schemas.microsoft.com/office/drawing/2014/main" id="{1EB4AFB9-AD46-D1E1-906D-A134828DBB34}"/>
              </a:ext>
            </a:extLst>
          </p:cNvPr>
          <p:cNvSpPr txBox="1">
            <a:spLocks/>
          </p:cNvSpPr>
          <p:nvPr userDrawn="1"/>
        </p:nvSpPr>
        <p:spPr>
          <a:xfrm>
            <a:off x="515938" y="6597651"/>
            <a:ext cx="11125200" cy="26649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Tx/>
              <a:buNone/>
              <a:defRPr lang="en-GB" sz="1000" b="1" i="0" kern="1200" dirty="0">
                <a:solidFill>
                  <a:schemeClr val="accent1"/>
                </a:solidFill>
                <a:latin typeface="Trebuchet MS" panose="020B0703020202090204" pitchFamily="34" charset="0"/>
                <a:ea typeface="+mn-ea"/>
                <a:cs typeface="Calibri Light" panose="020F03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2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GB" sz="1000" b="0" i="0" dirty="0">
              <a:solidFill>
                <a:schemeClr val="bg1"/>
              </a:solidFill>
              <a:latin typeface="Trebuchet MS" panose="020B0703020202090204" pitchFamily="34" charset="0"/>
            </a:endParaRP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F23EA05-838C-E5C6-2C9D-1239932B0F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7329" y="5851917"/>
            <a:ext cx="9238881" cy="80337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11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1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1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text </a:t>
            </a:r>
          </a:p>
        </p:txBody>
      </p:sp>
      <p:pic>
        <p:nvPicPr>
          <p:cNvPr id="4" name="Pattern">
            <a:extLst>
              <a:ext uri="{FF2B5EF4-FFF2-40B4-BE49-F238E27FC236}">
                <a16:creationId xmlns:a16="http://schemas.microsoft.com/office/drawing/2014/main" id="{4D545818-D6DD-5899-FA21-137F0F411CF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alphaModFix amt="40000"/>
            <a:grayscl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  <a14:imgEffect>
                      <a14:colorTemperature colorTemp="4700"/>
                    </a14:imgEffect>
                    <a14:imgEffect>
                      <a14:saturation sat="40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b="17952"/>
          <a:stretch/>
        </p:blipFill>
        <p:spPr>
          <a:xfrm>
            <a:off x="1379" y="1417791"/>
            <a:ext cx="4041984" cy="4250610"/>
          </a:xfrm>
          <a:prstGeom prst="rect">
            <a:avLst/>
          </a:prstGeom>
        </p:spPr>
      </p:pic>
      <p:sp>
        <p:nvSpPr>
          <p:cNvPr id="5" name="Sub-heading">
            <a:extLst>
              <a:ext uri="{FF2B5EF4-FFF2-40B4-BE49-F238E27FC236}">
                <a16:creationId xmlns:a16="http://schemas.microsoft.com/office/drawing/2014/main" id="{E9D14674-E58C-AC8B-92E7-C82D828AC13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0242" y="1701054"/>
            <a:ext cx="3703121" cy="3777844"/>
          </a:xfrm>
        </p:spPr>
        <p:txBody>
          <a:bodyPr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1" i="0" kern="1200" dirty="0">
                <a:solidFill>
                  <a:schemeClr val="tx1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</p:spTree>
    <p:extLst>
      <p:ext uri="{BB962C8B-B14F-4D97-AF65-F5344CB8AC3E}">
        <p14:creationId xmlns:p14="http://schemas.microsoft.com/office/powerpoint/2010/main" val="651830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on maroon bg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47907" y="1707775"/>
            <a:ext cx="11489673" cy="4785173"/>
          </a:xfrm>
        </p:spPr>
        <p:txBody>
          <a:bodyPr>
            <a:normAutofit lnSpcReduction="10000"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Content placeholder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7907" y="266387"/>
            <a:ext cx="8903670" cy="101917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94042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slide on maroon bg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attern Maroon Bottom">
            <a:extLst>
              <a:ext uri="{FF2B5EF4-FFF2-40B4-BE49-F238E27FC236}">
                <a16:creationId xmlns:a16="http://schemas.microsoft.com/office/drawing/2014/main" id="{9130908F-4F0E-9ACF-557E-28B6A3C638EB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5866" t="5503" r="48528" b="71220"/>
          <a:stretch/>
        </p:blipFill>
        <p:spPr>
          <a:xfrm>
            <a:off x="264823" y="4471002"/>
            <a:ext cx="4785278" cy="2148599"/>
          </a:xfrm>
          <a:prstGeom prst="rect">
            <a:avLst/>
          </a:prstGeom>
        </p:spPr>
      </p:pic>
      <p:pic>
        <p:nvPicPr>
          <p:cNvPr id="6" name="Pattern Top">
            <a:extLst>
              <a:ext uri="{FF2B5EF4-FFF2-40B4-BE49-F238E27FC236}">
                <a16:creationId xmlns:a16="http://schemas.microsoft.com/office/drawing/2014/main" id="{EBD1AE1D-321F-7D3D-9087-1A30E530623A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866" t="5503" r="48528" b="87106"/>
          <a:stretch/>
        </p:blipFill>
        <p:spPr>
          <a:xfrm flipH="1" flipV="1">
            <a:off x="316373" y="1422399"/>
            <a:ext cx="4785278" cy="682237"/>
          </a:xfrm>
          <a:prstGeom prst="rect">
            <a:avLst/>
          </a:prstGeom>
        </p:spPr>
      </p:pic>
      <p:pic>
        <p:nvPicPr>
          <p:cNvPr id="8" name="Pattern Top">
            <a:extLst>
              <a:ext uri="{FF2B5EF4-FFF2-40B4-BE49-F238E27FC236}">
                <a16:creationId xmlns:a16="http://schemas.microsoft.com/office/drawing/2014/main" id="{4D96D98B-ED91-659A-B3FB-B42BC7B37E6C}"/>
              </a:ext>
            </a:extLst>
          </p:cNvPr>
          <p:cNvPicPr>
            <a:picLocks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5866" t="12894" r="48528" b="71220"/>
          <a:stretch/>
        </p:blipFill>
        <p:spPr>
          <a:xfrm flipH="1" flipV="1">
            <a:off x="316373" y="-43961"/>
            <a:ext cx="4784400" cy="1450800"/>
          </a:xfrm>
          <a:prstGeom prst="rect">
            <a:avLst/>
          </a:prstGeom>
        </p:spPr>
      </p:pic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384799" y="1701053"/>
            <a:ext cx="6474047" cy="4797998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>
                <a:solidFill>
                  <a:schemeClr val="bg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12" name="Title">
            <a:extLst>
              <a:ext uri="{FF2B5EF4-FFF2-40B4-BE49-F238E27FC236}">
                <a16:creationId xmlns:a16="http://schemas.microsoft.com/office/drawing/2014/main" id="{0F0F078F-8A4E-A3A0-9754-9B7523B147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3523" y="2162753"/>
            <a:ext cx="4639444" cy="2258171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98238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on grey b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47907" y="1707775"/>
            <a:ext cx="11489673" cy="4785173"/>
          </a:xfrm>
        </p:spPr>
        <p:txBody>
          <a:bodyPr>
            <a:normAutofit lnSpcReduction="10000"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Content placeholder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7907" y="266387"/>
            <a:ext cx="8903670" cy="101917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515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slide on grey b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attern Maroon Bottom">
            <a:extLst>
              <a:ext uri="{FF2B5EF4-FFF2-40B4-BE49-F238E27FC236}">
                <a16:creationId xmlns:a16="http://schemas.microsoft.com/office/drawing/2014/main" id="{9130908F-4F0E-9ACF-557E-28B6A3C638EB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5866" t="5503" r="48528" b="71220"/>
          <a:stretch/>
        </p:blipFill>
        <p:spPr>
          <a:xfrm>
            <a:off x="264823" y="4471002"/>
            <a:ext cx="4785278" cy="2148599"/>
          </a:xfrm>
          <a:prstGeom prst="rect">
            <a:avLst/>
          </a:prstGeom>
        </p:spPr>
      </p:pic>
      <p:pic>
        <p:nvPicPr>
          <p:cNvPr id="6" name="Pattern Top">
            <a:extLst>
              <a:ext uri="{FF2B5EF4-FFF2-40B4-BE49-F238E27FC236}">
                <a16:creationId xmlns:a16="http://schemas.microsoft.com/office/drawing/2014/main" id="{EBD1AE1D-321F-7D3D-9087-1A30E530623A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866" t="5503" r="48528" b="87106"/>
          <a:stretch/>
        </p:blipFill>
        <p:spPr>
          <a:xfrm flipH="1" flipV="1">
            <a:off x="316373" y="1422399"/>
            <a:ext cx="4785278" cy="682237"/>
          </a:xfrm>
          <a:prstGeom prst="rect">
            <a:avLst/>
          </a:prstGeom>
        </p:spPr>
      </p:pic>
      <p:pic>
        <p:nvPicPr>
          <p:cNvPr id="8" name="Pattern Top">
            <a:extLst>
              <a:ext uri="{FF2B5EF4-FFF2-40B4-BE49-F238E27FC236}">
                <a16:creationId xmlns:a16="http://schemas.microsoft.com/office/drawing/2014/main" id="{4D96D98B-ED91-659A-B3FB-B42BC7B37E6C}"/>
              </a:ext>
            </a:extLst>
          </p:cNvPr>
          <p:cNvPicPr>
            <a:picLocks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5866" t="12894" r="48528" b="71220"/>
          <a:stretch/>
        </p:blipFill>
        <p:spPr>
          <a:xfrm flipH="1" flipV="1">
            <a:off x="316373" y="-43961"/>
            <a:ext cx="4784400" cy="1450800"/>
          </a:xfrm>
          <a:prstGeom prst="rect">
            <a:avLst/>
          </a:prstGeom>
        </p:spPr>
      </p:pic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384799" y="1701053"/>
            <a:ext cx="6474047" cy="4797998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>
                <a:solidFill>
                  <a:schemeClr val="bg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0322BCAE-CD52-F05E-AB35-904BBB08A8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3523" y="2162753"/>
            <a:ext cx="4639444" cy="2258171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08597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on white bg with maroon ba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Maroon Banner">
            <a:extLst>
              <a:ext uri="{FF2B5EF4-FFF2-40B4-BE49-F238E27FC236}">
                <a16:creationId xmlns:a16="http://schemas.microsoft.com/office/drawing/2014/main" id="{6167D968-35CA-1DB8-1B74-50521DED38AD}"/>
              </a:ext>
            </a:extLst>
          </p:cNvPr>
          <p:cNvPicPr>
            <a:picLocks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9675" t="66265" r="9774" b="6982"/>
          <a:stretch/>
        </p:blipFill>
        <p:spPr>
          <a:xfrm>
            <a:off x="-7951" y="-2"/>
            <a:ext cx="12204000" cy="1410835"/>
          </a:xfrm>
          <a:prstGeom prst="rect">
            <a:avLst/>
          </a:prstGeom>
        </p:spPr>
      </p:pic>
      <p:pic>
        <p:nvPicPr>
          <p:cNvPr id="8" name="SU Logo">
            <a:extLst>
              <a:ext uri="{FF2B5EF4-FFF2-40B4-BE49-F238E27FC236}">
                <a16:creationId xmlns:a16="http://schemas.microsoft.com/office/drawing/2014/main" id="{9A31297D-9031-1678-3B32-24C6FFF8A508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584456" y="1"/>
            <a:ext cx="2609736" cy="1410832"/>
          </a:xfrm>
          <a:prstGeom prst="rect">
            <a:avLst/>
          </a:prstGeom>
        </p:spPr>
      </p:pic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40241" y="1697394"/>
            <a:ext cx="11504429" cy="4801655"/>
          </a:xfrm>
        </p:spPr>
        <p:txBody>
          <a:bodyPr>
            <a:normAutofit lnSpcReduction="10000"/>
          </a:bodyPr>
          <a:lstStyle/>
          <a:p>
            <a:r>
              <a:rPr lang="en-GB" dirty="0"/>
              <a:t>Content placeholder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9621" y="272383"/>
            <a:ext cx="8886865" cy="10191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72838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-heading and content on white bg with maroon banner and pattern pan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Maroon Banner">
            <a:extLst>
              <a:ext uri="{FF2B5EF4-FFF2-40B4-BE49-F238E27FC236}">
                <a16:creationId xmlns:a16="http://schemas.microsoft.com/office/drawing/2014/main" id="{27B3C7B2-3D0E-A7A9-4946-A4D6623DB66E}"/>
              </a:ext>
            </a:extLst>
          </p:cNvPr>
          <p:cNvPicPr>
            <a:picLocks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9675" t="66265" r="9774" b="6982"/>
          <a:stretch/>
        </p:blipFill>
        <p:spPr>
          <a:xfrm>
            <a:off x="-7951" y="-2"/>
            <a:ext cx="12204000" cy="1410835"/>
          </a:xfrm>
          <a:prstGeom prst="rect">
            <a:avLst/>
          </a:prstGeom>
        </p:spPr>
      </p:pic>
      <p:pic>
        <p:nvPicPr>
          <p:cNvPr id="10" name="SU Logo">
            <a:extLst>
              <a:ext uri="{FF2B5EF4-FFF2-40B4-BE49-F238E27FC236}">
                <a16:creationId xmlns:a16="http://schemas.microsoft.com/office/drawing/2014/main" id="{24C9EA30-79BC-2EF9-2B1B-F7FC424B424D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584456" y="1"/>
            <a:ext cx="2609736" cy="1410832"/>
          </a:xfrm>
          <a:prstGeom prst="rect">
            <a:avLst/>
          </a:prstGeom>
        </p:spPr>
      </p:pic>
      <p:pic>
        <p:nvPicPr>
          <p:cNvPr id="11" name="Pattern">
            <a:extLst>
              <a:ext uri="{FF2B5EF4-FFF2-40B4-BE49-F238E27FC236}">
                <a16:creationId xmlns:a16="http://schemas.microsoft.com/office/drawing/2014/main" id="{4232ACA5-F913-4C40-9156-9574AC847B0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duotone>
              <a:schemeClr val="accent2">
                <a:shade val="45000"/>
                <a:satMod val="135000"/>
              </a:schemeClr>
              <a:prstClr val="white"/>
            </a:duotone>
            <a:alphaModFix amt="40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  <a14:imgEffect>
                      <a14:colorTemperature colorTemp="115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79" y="1417790"/>
            <a:ext cx="4041984" cy="5180631"/>
          </a:xfrm>
          <a:prstGeom prst="rect">
            <a:avLst/>
          </a:prstGeom>
        </p:spPr>
      </p:pic>
      <p:sp>
        <p:nvSpPr>
          <p:cNvPr id="13" name="Content Placeholder ">
            <a:extLst>
              <a:ext uri="{FF2B5EF4-FFF2-40B4-BE49-F238E27FC236}">
                <a16:creationId xmlns:a16="http://schemas.microsoft.com/office/drawing/2014/main" id="{297102B3-ABBC-8342-9686-98DDA2B5DFA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98506" y="1701053"/>
            <a:ext cx="7553252" cy="4797183"/>
          </a:xfrm>
        </p:spPr>
        <p:txBody>
          <a:bodyPr>
            <a:normAutofit lnSpcReduction="10000"/>
          </a:bodyPr>
          <a:lstStyle/>
          <a:p>
            <a:r>
              <a:rPr lang="en-GB" dirty="0"/>
              <a:t>Content placeholder</a:t>
            </a:r>
          </a:p>
        </p:txBody>
      </p:sp>
      <p:sp>
        <p:nvSpPr>
          <p:cNvPr id="14" name="Sub-heading">
            <a:extLst>
              <a:ext uri="{FF2B5EF4-FFF2-40B4-BE49-F238E27FC236}">
                <a16:creationId xmlns:a16="http://schemas.microsoft.com/office/drawing/2014/main" id="{F0A305C8-DF3E-DB45-9F64-CF839254AAC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0242" y="1701053"/>
            <a:ext cx="3703121" cy="4797183"/>
          </a:xfrm>
        </p:spPr>
        <p:txBody>
          <a:bodyPr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1" i="0" kern="1200" dirty="0">
                <a:solidFill>
                  <a:schemeClr val="tx1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7330" y="272383"/>
            <a:ext cx="8910084" cy="10191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60006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slide on white bg with maroon bann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attern Sand Bottom">
            <a:extLst>
              <a:ext uri="{FF2B5EF4-FFF2-40B4-BE49-F238E27FC236}">
                <a16:creationId xmlns:a16="http://schemas.microsoft.com/office/drawing/2014/main" id="{7E41FF7E-0642-ED43-BF36-6F4C4C4A2BE9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5866" t="5503" r="48528" b="71220"/>
          <a:stretch/>
        </p:blipFill>
        <p:spPr>
          <a:xfrm>
            <a:off x="260606" y="4478953"/>
            <a:ext cx="4785278" cy="2148599"/>
          </a:xfrm>
          <a:prstGeom prst="rect">
            <a:avLst/>
          </a:prstGeom>
        </p:spPr>
      </p:pic>
      <p:pic>
        <p:nvPicPr>
          <p:cNvPr id="11" name="Pattern Top">
            <a:extLst>
              <a:ext uri="{FF2B5EF4-FFF2-40B4-BE49-F238E27FC236}">
                <a16:creationId xmlns:a16="http://schemas.microsoft.com/office/drawing/2014/main" id="{6124DACD-3877-F440-9547-FC58D4D8F16B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5866" t="5503" r="48528" b="71220"/>
          <a:stretch/>
        </p:blipFill>
        <p:spPr>
          <a:xfrm flipV="1">
            <a:off x="260883" y="-43952"/>
            <a:ext cx="4785278" cy="2148599"/>
          </a:xfrm>
          <a:prstGeom prst="rect">
            <a:avLst/>
          </a:prstGeom>
        </p:spPr>
      </p:pic>
      <p:pic>
        <p:nvPicPr>
          <p:cNvPr id="4" name="Maroon Banner">
            <a:extLst>
              <a:ext uri="{FF2B5EF4-FFF2-40B4-BE49-F238E27FC236}">
                <a16:creationId xmlns:a16="http://schemas.microsoft.com/office/drawing/2014/main" id="{011D927B-294B-9142-D12A-08A577F8979A}"/>
              </a:ext>
            </a:extLst>
          </p:cNvPr>
          <p:cNvPicPr>
            <a:picLocks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675" t="66265" r="9774" b="6982"/>
          <a:stretch/>
        </p:blipFill>
        <p:spPr>
          <a:xfrm>
            <a:off x="-7951" y="-2"/>
            <a:ext cx="12204000" cy="1410835"/>
          </a:xfrm>
          <a:prstGeom prst="rect">
            <a:avLst/>
          </a:prstGeom>
        </p:spPr>
      </p:pic>
      <p:pic>
        <p:nvPicPr>
          <p:cNvPr id="6" name="SU Logo">
            <a:extLst>
              <a:ext uri="{FF2B5EF4-FFF2-40B4-BE49-F238E27FC236}">
                <a16:creationId xmlns:a16="http://schemas.microsoft.com/office/drawing/2014/main" id="{C79BD1A6-E2E5-8AFF-1C5E-4E48D9AD9C63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9584456" y="1"/>
            <a:ext cx="2609736" cy="1410832"/>
          </a:xfrm>
          <a:prstGeom prst="rect">
            <a:avLst/>
          </a:prstGeom>
        </p:spPr>
      </p:pic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384799" y="1701053"/>
            <a:ext cx="6474047" cy="4797998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6C67055D-7861-6C38-2642-820C3E8B34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3523" y="2162753"/>
            <a:ext cx="4639444" cy="2258171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45415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177627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/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">
            <a:extLst>
              <a:ext uri="{FF2B5EF4-FFF2-40B4-BE49-F238E27FC236}">
                <a16:creationId xmlns:a16="http://schemas.microsoft.com/office/drawing/2014/main" id="{9ED6FEF4-BAF3-0D66-B6BF-B81560E0E53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2"/>
            <a:ext cx="12192000" cy="685800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FontTx/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2700954"/>
            <a:ext cx="4411640" cy="1456087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4981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sv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White.Strip.Footer">
            <a:extLst>
              <a:ext uri="{FF2B5EF4-FFF2-40B4-BE49-F238E27FC236}">
                <a16:creationId xmlns:a16="http://schemas.microsoft.com/office/drawing/2014/main" id="{CA1C759E-C34F-40B0-240D-BD3B24826B0B}"/>
              </a:ext>
            </a:extLst>
          </p:cNvPr>
          <p:cNvSpPr/>
          <p:nvPr userDrawn="1"/>
        </p:nvSpPr>
        <p:spPr>
          <a:xfrm>
            <a:off x="0" y="6585222"/>
            <a:ext cx="12192000" cy="2759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ooter">
            <a:extLst>
              <a:ext uri="{FF2B5EF4-FFF2-40B4-BE49-F238E27FC236}">
                <a16:creationId xmlns:a16="http://schemas.microsoft.com/office/drawing/2014/main" id="{5DE18A1C-E612-604E-AA9F-9A73E465BA68}"/>
              </a:ext>
            </a:extLst>
          </p:cNvPr>
          <p:cNvSpPr txBox="1">
            <a:spLocks/>
          </p:cNvSpPr>
          <p:nvPr userDrawn="1"/>
        </p:nvSpPr>
        <p:spPr>
          <a:xfrm>
            <a:off x="515938" y="6597651"/>
            <a:ext cx="11125200" cy="26649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Tx/>
              <a:buNone/>
              <a:defRPr lang="en-GB" sz="1000" b="1" i="0" kern="1200" dirty="0">
                <a:solidFill>
                  <a:schemeClr val="accent1"/>
                </a:solidFill>
                <a:latin typeface="Trebuchet MS" panose="020B0703020202090204" pitchFamily="34" charset="0"/>
                <a:ea typeface="+mn-ea"/>
                <a:cs typeface="Calibri Light" panose="020F03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2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1000" b="0" i="0" dirty="0">
                <a:solidFill>
                  <a:schemeClr val="accent1"/>
                </a:solidFill>
                <a:latin typeface="Trebuchet MS" panose="020B0703020202090204" pitchFamily="34" charset="0"/>
              </a:rPr>
              <a:t>Engineering · </a:t>
            </a:r>
            <a:r>
              <a:rPr lang="en-GB" sz="1000" b="0" i="0" dirty="0" err="1">
                <a:solidFill>
                  <a:schemeClr val="accent1"/>
                </a:solidFill>
                <a:latin typeface="Trebuchet MS" panose="020B0703020202090204" pitchFamily="34" charset="0"/>
              </a:rPr>
              <a:t>EyobuNjineli</a:t>
            </a:r>
            <a:r>
              <a:rPr lang="en-GB" sz="1000" b="0" i="0" dirty="0">
                <a:solidFill>
                  <a:schemeClr val="accent1"/>
                </a:solidFill>
                <a:latin typeface="Trebuchet MS" panose="020B0703020202090204" pitchFamily="34" charset="0"/>
              </a:rPr>
              <a:t> · </a:t>
            </a:r>
            <a:r>
              <a:rPr lang="en-GB" sz="1000" b="0" i="0" dirty="0" err="1">
                <a:solidFill>
                  <a:schemeClr val="accent1"/>
                </a:solidFill>
                <a:latin typeface="Trebuchet MS" panose="020B0703020202090204" pitchFamily="34" charset="0"/>
              </a:rPr>
              <a:t>Ingenieurswese</a:t>
            </a:r>
            <a:endParaRPr lang="en-GB" sz="1000" b="0" i="0" dirty="0">
              <a:solidFill>
                <a:schemeClr val="accent1"/>
              </a:solidFill>
              <a:latin typeface="Trebuchet MS" panose="020B0703020202090204" pitchFamily="34" charset="0"/>
            </a:endParaRPr>
          </a:p>
        </p:txBody>
      </p:sp>
      <p:cxnSp>
        <p:nvCxnSpPr>
          <p:cNvPr id="7" name="Gold line">
            <a:extLst>
              <a:ext uri="{FF2B5EF4-FFF2-40B4-BE49-F238E27FC236}">
                <a16:creationId xmlns:a16="http://schemas.microsoft.com/office/drawing/2014/main" id="{3693D1F9-4515-3318-7EC4-D360748AA11D}"/>
              </a:ext>
            </a:extLst>
          </p:cNvPr>
          <p:cNvCxnSpPr>
            <a:cxnSpLocks/>
          </p:cNvCxnSpPr>
          <p:nvPr userDrawn="1"/>
        </p:nvCxnSpPr>
        <p:spPr>
          <a:xfrm>
            <a:off x="0" y="6590156"/>
            <a:ext cx="12192000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301AC438-5C4B-A74B-973C-02E8105BD4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0242" y="1708280"/>
            <a:ext cx="11511516" cy="4782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0" name="White.Banner.Top">
            <a:extLst>
              <a:ext uri="{FF2B5EF4-FFF2-40B4-BE49-F238E27FC236}">
                <a16:creationId xmlns:a16="http://schemas.microsoft.com/office/drawing/2014/main" id="{D70D17EB-87E2-EC45-B0B0-B16E5C2558F6}"/>
              </a:ext>
            </a:extLst>
          </p:cNvPr>
          <p:cNvSpPr/>
          <p:nvPr userDrawn="1"/>
        </p:nvSpPr>
        <p:spPr>
          <a:xfrm>
            <a:off x="0" y="-1"/>
            <a:ext cx="12192000" cy="14187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SU Logo">
            <a:extLst>
              <a:ext uri="{FF2B5EF4-FFF2-40B4-BE49-F238E27FC236}">
                <a16:creationId xmlns:a16="http://schemas.microsoft.com/office/drawing/2014/main" id="{D9086DBD-5A09-A082-83CD-FF70F4F45CF9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9584456" y="1"/>
            <a:ext cx="2609737" cy="1410832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EC044E2A-3062-F245-818F-F465A0481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049" y="265152"/>
            <a:ext cx="8903973" cy="1052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cxnSp>
        <p:nvCxnSpPr>
          <p:cNvPr id="17" name="Straight Connector 16" hidden="1">
            <a:extLst>
              <a:ext uri="{FF2B5EF4-FFF2-40B4-BE49-F238E27FC236}">
                <a16:creationId xmlns:a16="http://schemas.microsoft.com/office/drawing/2014/main" id="{D5D9A9DC-00EF-2E31-9F03-326088DB4048}"/>
              </a:ext>
            </a:extLst>
          </p:cNvPr>
          <p:cNvCxnSpPr/>
          <p:nvPr userDrawn="1"/>
        </p:nvCxnSpPr>
        <p:spPr>
          <a:xfrm>
            <a:off x="-355601" y="1413743"/>
            <a:ext cx="1392645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 hidden="1">
            <a:extLst>
              <a:ext uri="{FF2B5EF4-FFF2-40B4-BE49-F238E27FC236}">
                <a16:creationId xmlns:a16="http://schemas.microsoft.com/office/drawing/2014/main" id="{FFDA071B-3A7E-3265-CD6B-8B290A273793}"/>
              </a:ext>
            </a:extLst>
          </p:cNvPr>
          <p:cNvSpPr/>
          <p:nvPr userDrawn="1"/>
        </p:nvSpPr>
        <p:spPr>
          <a:xfrm>
            <a:off x="340242" y="354420"/>
            <a:ext cx="11511517" cy="6142892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 hidden="1">
            <a:extLst>
              <a:ext uri="{FF2B5EF4-FFF2-40B4-BE49-F238E27FC236}">
                <a16:creationId xmlns:a16="http://schemas.microsoft.com/office/drawing/2014/main" id="{22D32F58-0A4C-7878-21CF-B413B294E22E}"/>
              </a:ext>
            </a:extLst>
          </p:cNvPr>
          <p:cNvSpPr/>
          <p:nvPr userDrawn="1"/>
        </p:nvSpPr>
        <p:spPr>
          <a:xfrm>
            <a:off x="9584456" y="313273"/>
            <a:ext cx="342272" cy="34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 hidden="1">
            <a:extLst>
              <a:ext uri="{FF2B5EF4-FFF2-40B4-BE49-F238E27FC236}">
                <a16:creationId xmlns:a16="http://schemas.microsoft.com/office/drawing/2014/main" id="{FA2AA88C-E7FB-D2AE-FFF2-E135C26E6D42}"/>
              </a:ext>
            </a:extLst>
          </p:cNvPr>
          <p:cNvCxnSpPr/>
          <p:nvPr userDrawn="1"/>
        </p:nvCxnSpPr>
        <p:spPr>
          <a:xfrm>
            <a:off x="9249110" y="-425303"/>
            <a:ext cx="0" cy="75491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 hidden="1">
            <a:extLst>
              <a:ext uri="{FF2B5EF4-FFF2-40B4-BE49-F238E27FC236}">
                <a16:creationId xmlns:a16="http://schemas.microsoft.com/office/drawing/2014/main" id="{BBA097D7-678A-F0BE-FE91-E7E8F3A9FBFD}"/>
              </a:ext>
            </a:extLst>
          </p:cNvPr>
          <p:cNvSpPr/>
          <p:nvPr userDrawn="1"/>
        </p:nvSpPr>
        <p:spPr>
          <a:xfrm>
            <a:off x="9262234" y="6504999"/>
            <a:ext cx="342272" cy="34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Connector 23" hidden="1">
            <a:extLst>
              <a:ext uri="{FF2B5EF4-FFF2-40B4-BE49-F238E27FC236}">
                <a16:creationId xmlns:a16="http://schemas.microsoft.com/office/drawing/2014/main" id="{B48ACC47-CB5D-F4B3-89E0-DFC2258C411D}"/>
              </a:ext>
            </a:extLst>
          </p:cNvPr>
          <p:cNvCxnSpPr/>
          <p:nvPr userDrawn="1"/>
        </p:nvCxnSpPr>
        <p:spPr>
          <a:xfrm>
            <a:off x="-355058" y="1697394"/>
            <a:ext cx="13532342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710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772" r:id="rId2"/>
    <p:sldLayoutId id="2147483697" r:id="rId3"/>
    <p:sldLayoutId id="2147483725" r:id="rId4"/>
    <p:sldLayoutId id="2147483712" r:id="rId5"/>
    <p:sldLayoutId id="2147483716" r:id="rId6"/>
    <p:sldLayoutId id="2147483741" r:id="rId7"/>
    <p:sldLayoutId id="2147483729" r:id="rId8"/>
    <p:sldLayoutId id="2147483769" r:id="rId9"/>
    <p:sldLayoutId id="2147483768" r:id="rId10"/>
    <p:sldLayoutId id="2147483757" r:id="rId11"/>
    <p:sldLayoutId id="2147483760" r:id="rId12"/>
    <p:sldLayoutId id="2147483761" r:id="rId13"/>
    <p:sldLayoutId id="2147483764" r:id="rId14"/>
    <p:sldLayoutId id="2147483756" r:id="rId15"/>
    <p:sldLayoutId id="2147483765" r:id="rId16"/>
    <p:sldLayoutId id="2147483766" r:id="rId17"/>
    <p:sldLayoutId id="2147483755" r:id="rId18"/>
    <p:sldLayoutId id="2147483767" r:id="rId1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>
          <a:solidFill>
            <a:schemeClr val="accent1"/>
          </a:solidFill>
          <a:latin typeface="Trebuchet MS" panose="020B070302020209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Trebuchet MS" panose="020B0703020202090204" pitchFamily="34" charset="0"/>
          <a:ea typeface="+mn-ea"/>
          <a:cs typeface="Calibri Light" panose="020F030202020403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200" b="0" i="0" kern="1200">
          <a:solidFill>
            <a:schemeClr val="tx1"/>
          </a:solidFill>
          <a:latin typeface="Trebuchet MS" panose="020B0703020202090204" pitchFamily="34" charset="0"/>
          <a:ea typeface="+mn-ea"/>
          <a:cs typeface="Calibri Light" panose="020F030202020403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Trebuchet MS" panose="020B070302020209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rebuchet MS" panose="020B070302020209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rebuchet MS" panose="020B070302020209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95" userDrawn="1">
          <p15:clr>
            <a:srgbClr val="F26B43"/>
          </p15:clr>
        </p15:guide>
        <p15:guide id="2" pos="325" userDrawn="1">
          <p15:clr>
            <a:srgbClr val="F26B43"/>
          </p15:clr>
        </p15:guide>
        <p15:guide id="3" pos="166" userDrawn="1">
          <p15:clr>
            <a:srgbClr val="F26B43"/>
          </p15:clr>
        </p15:guide>
        <p15:guide id="4" pos="7514" userDrawn="1">
          <p15:clr>
            <a:srgbClr val="F26B43"/>
          </p15:clr>
        </p15:guide>
        <p15:guide id="5" pos="7333" userDrawn="1">
          <p15:clr>
            <a:srgbClr val="F26B43"/>
          </p15:clr>
        </p15:guide>
        <p15:guide id="6" orient="horz" pos="4156" userDrawn="1">
          <p15:clr>
            <a:srgbClr val="F26B43"/>
          </p15:clr>
        </p15:guide>
        <p15:guide id="7" orient="horz" pos="232" userDrawn="1">
          <p15:clr>
            <a:srgbClr val="F26B43"/>
          </p15:clr>
        </p15:guide>
        <p15:guide id="8" pos="3840" userDrawn="1">
          <p15:clr>
            <a:srgbClr val="F26B43"/>
          </p15:clr>
        </p15:guide>
        <p15:guide id="9" orient="horz" pos="867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svg"/><Relationship Id="rId4" Type="http://schemas.openxmlformats.org/officeDocument/2006/relationships/image" Target="../media/image17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184D0781-1DA8-FDB7-FABB-EF08A20EBD3C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/>
          <a:stretch/>
        </p:blipFill>
        <p:spPr>
          <a:xfrm>
            <a:off x="9331" y="0"/>
            <a:ext cx="12192000" cy="6153150"/>
          </a:xfr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79382998-1525-CB90-FD23-947A67D50274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8172" y="-361145"/>
            <a:ext cx="12305869" cy="3790815"/>
            <a:chOff x="-8172" y="-361145"/>
            <a:chExt cx="12305869" cy="3790815"/>
          </a:xfrm>
        </p:grpSpPr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4405B3FB-CC1B-40FE-8C78-EB7054A3CEB4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10478106" y="-361145"/>
              <a:ext cx="1819591" cy="3790815"/>
            </a:xfrm>
            <a:prstGeom prst="rect">
              <a:avLst/>
            </a:prstGeom>
          </p:spPr>
        </p:pic>
        <p:sp>
          <p:nvSpPr>
            <p:cNvPr id="13" name="Gradient overlay">
              <a:extLst>
                <a:ext uri="{FF2B5EF4-FFF2-40B4-BE49-F238E27FC236}">
                  <a16:creationId xmlns:a16="http://schemas.microsoft.com/office/drawing/2014/main" id="{9B4A3B70-05FE-987A-2A83-E0DD9C9017C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flipH="1">
              <a:off x="-8172" y="2"/>
              <a:ext cx="12200169" cy="1862966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alpha val="0"/>
                    <a:lumMod val="0"/>
                  </a:schemeClr>
                </a:gs>
                <a:gs pos="100000">
                  <a:srgbClr val="000000"/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pic>
          <p:nvPicPr>
            <p:cNvPr id="14" name="SU Logo">
              <a:extLst>
                <a:ext uri="{FF2B5EF4-FFF2-40B4-BE49-F238E27FC236}">
                  <a16:creationId xmlns:a16="http://schemas.microsoft.com/office/drawing/2014/main" id="{D9F0FF84-540A-4A84-DB71-33D6DE9E7CFF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2251" y="-1166"/>
              <a:ext cx="2780212" cy="1502988"/>
            </a:xfrm>
            <a:prstGeom prst="rect">
              <a:avLst/>
            </a:prstGeom>
          </p:spPr>
        </p:pic>
      </p:grpSp>
      <p:sp>
        <p:nvSpPr>
          <p:cNvPr id="15" name="Photo by ...">
            <a:extLst>
              <a:ext uri="{FF2B5EF4-FFF2-40B4-BE49-F238E27FC236}">
                <a16:creationId xmlns:a16="http://schemas.microsoft.com/office/drawing/2014/main" id="{F038559E-42AD-AF5F-64FD-D66D4CC469A7}"/>
              </a:ext>
            </a:extLst>
          </p:cNvPr>
          <p:cNvSpPr txBox="1"/>
          <p:nvPr/>
        </p:nvSpPr>
        <p:spPr>
          <a:xfrm>
            <a:off x="9987402" y="5888548"/>
            <a:ext cx="14331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900" dirty="0">
                <a:solidFill>
                  <a:schemeClr val="bg1">
                    <a:lumMod val="75000"/>
                  </a:schemeClr>
                </a:solidFill>
                <a:latin typeface="Trebuchet MS" panose="020B0703020202090204" pitchFamily="34" charset="0"/>
              </a:rPr>
              <a:t>Photo by Stefan Els</a:t>
            </a:r>
          </a:p>
        </p:txBody>
      </p:sp>
      <p:sp>
        <p:nvSpPr>
          <p:cNvPr id="16" name="SU shape">
            <a:extLst>
              <a:ext uri="{FF2B5EF4-FFF2-40B4-BE49-F238E27FC236}">
                <a16:creationId xmlns:a16="http://schemas.microsoft.com/office/drawing/2014/main" id="{FDF7EEF7-FD95-CAD5-0FF9-5802CCA29236}"/>
              </a:ext>
            </a:extLst>
          </p:cNvPr>
          <p:cNvSpPr/>
          <p:nvPr/>
        </p:nvSpPr>
        <p:spPr>
          <a:xfrm>
            <a:off x="0" y="2740781"/>
            <a:ext cx="5261811" cy="2832794"/>
          </a:xfrm>
          <a:custGeom>
            <a:avLst/>
            <a:gdLst>
              <a:gd name="connsiteX0" fmla="*/ 5261811 w 5261811"/>
              <a:gd name="connsiteY0" fmla="*/ 1294820 h 2832794"/>
              <a:gd name="connsiteX1" fmla="*/ 5261482 w 5261811"/>
              <a:gd name="connsiteY1" fmla="*/ 2158836 h 2832794"/>
              <a:gd name="connsiteX2" fmla="*/ 4586436 w 5261811"/>
              <a:gd name="connsiteY2" fmla="*/ 2832794 h 2832794"/>
              <a:gd name="connsiteX3" fmla="*/ 0 w 5261811"/>
              <a:gd name="connsiteY3" fmla="*/ 2832794 h 2832794"/>
              <a:gd name="connsiteX4" fmla="*/ 0 w 5261811"/>
              <a:gd name="connsiteY4" fmla="*/ 0 h 2832794"/>
              <a:gd name="connsiteX5" fmla="*/ 5261811 w 5261811"/>
              <a:gd name="connsiteY5" fmla="*/ 0 h 2832794"/>
              <a:gd name="connsiteX6" fmla="*/ 5261811 w 5261811"/>
              <a:gd name="connsiteY6" fmla="*/ 1294820 h 2832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261811" h="2832794">
                <a:moveTo>
                  <a:pt x="5261811" y="1294820"/>
                </a:moveTo>
                <a:lnTo>
                  <a:pt x="5261482" y="2158836"/>
                </a:lnTo>
                <a:cubicBezTo>
                  <a:pt x="5261373" y="2531067"/>
                  <a:pt x="4959148" y="2832794"/>
                  <a:pt x="4586436" y="2832794"/>
                </a:cubicBezTo>
                <a:lnTo>
                  <a:pt x="0" y="2832794"/>
                </a:lnTo>
                <a:lnTo>
                  <a:pt x="0" y="0"/>
                </a:lnTo>
                <a:lnTo>
                  <a:pt x="5261811" y="0"/>
                </a:lnTo>
                <a:lnTo>
                  <a:pt x="5261811" y="1294820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  <a:ln w="109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DA60AD8-CAE2-5086-D3EF-B2339B4C3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479" y="2986105"/>
            <a:ext cx="4648853" cy="2342147"/>
          </a:xfrm>
        </p:spPr>
        <p:txBody>
          <a:bodyPr/>
          <a:lstStyle/>
          <a:p>
            <a:r>
              <a:rPr lang="en-US" dirty="0"/>
              <a:t>Development of a Hydrogel Extruder</a:t>
            </a:r>
            <a:br>
              <a:rPr lang="en-US" dirty="0"/>
            </a:br>
            <a:br>
              <a:rPr lang="en-US" dirty="0"/>
            </a:br>
            <a:r>
              <a:rPr lang="en-US" sz="1600" dirty="0"/>
              <a:t>By Simon Craig Daniel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71526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Close-up of a machine with a blue tip on a petri dish&#10;&#10;AI-generated content may be incorrect.">
            <a:extLst>
              <a:ext uri="{FF2B5EF4-FFF2-40B4-BE49-F238E27FC236}">
                <a16:creationId xmlns:a16="http://schemas.microsoft.com/office/drawing/2014/main" id="{E6D13094-9EEA-B853-651D-F9D08E26B5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78734" y="1701800"/>
            <a:ext cx="7193757" cy="4795838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01B1E7-DB65-0B9A-9C49-96DCFBDD13A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05273" y="1455577"/>
            <a:ext cx="3974841" cy="5042660"/>
          </a:xfrm>
        </p:spPr>
        <p:txBody>
          <a:bodyPr>
            <a:normAutofit fontScale="92500" lnSpcReduction="20000"/>
          </a:bodyPr>
          <a:lstStyle/>
          <a:p>
            <a:r>
              <a:rPr lang="en-US" sz="3500" dirty="0"/>
              <a:t>Applications</a:t>
            </a:r>
            <a:endParaRPr lang="en-US" sz="3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dirty="0"/>
              <a:t>Fabricating tissue scaffolds for regenerative medicine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dirty="0"/>
              <a:t>Creating 3D environments to study cell growth and disease progression in biomedical research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dirty="0"/>
              <a:t>Serves as a calibration tool for characterizing bioinks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B79962"/>
              </a:buClr>
              <a:buSzTx/>
              <a:buFontTx/>
              <a:buNone/>
              <a:tabLst/>
              <a:defRPr/>
            </a:pPr>
            <a:r>
              <a:rPr kumimoji="0" lang="en-US" sz="3500" b="1" i="0" u="none" strike="noStrike" kern="1200" cap="none" spc="0" normalizeH="0" baseline="0" noProof="0" dirty="0">
                <a:ln>
                  <a:noFill/>
                </a:ln>
                <a:solidFill>
                  <a:srgbClr val="4D5356"/>
                </a:solidFill>
                <a:effectLst/>
                <a:uLnTx/>
                <a:uFillTx/>
                <a:latin typeface="Trebuchet MS" panose="020B0703020202090204" pitchFamily="34" charset="0"/>
                <a:ea typeface="+mn-ea"/>
                <a:cs typeface="+mn-cs"/>
              </a:rPr>
              <a:t>Challenge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4D5356"/>
              </a:solidFill>
              <a:effectLst/>
              <a:uLnTx/>
              <a:uFillTx/>
              <a:latin typeface="Trebuchet MS" panose="020B070302020209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B79962"/>
              </a:buClr>
              <a:buSzTx/>
              <a:buFontTx/>
              <a:buNone/>
              <a:tabLst/>
              <a:defRPr/>
            </a:pPr>
            <a:r>
              <a:rPr kumimoji="0" lang="en-US" sz="1900" b="1" i="0" u="none" strike="noStrike" kern="1200" cap="none" spc="0" normalizeH="0" baseline="0" noProof="0" dirty="0">
                <a:ln>
                  <a:noFill/>
                </a:ln>
                <a:solidFill>
                  <a:srgbClr val="4D5356"/>
                </a:solidFill>
                <a:effectLst/>
                <a:uLnTx/>
                <a:uFillTx/>
                <a:latin typeface="Trebuchet MS" panose="020B0703020202090204" pitchFamily="34" charset="0"/>
                <a:ea typeface="+mn-ea"/>
                <a:cs typeface="+mn-cs"/>
              </a:rPr>
              <a:t>To design a hydrogel printing system (primarily for GelMA):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B7996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900" dirty="0">
                <a:solidFill>
                  <a:srgbClr val="4D5356"/>
                </a:solidFill>
              </a:rPr>
              <a:t>That c</a:t>
            </a:r>
            <a:r>
              <a:rPr kumimoji="0" lang="en-US" sz="1900" b="1" i="0" u="none" strike="noStrike" kern="1200" cap="none" spc="0" normalizeH="0" baseline="0" noProof="0" dirty="0">
                <a:ln>
                  <a:noFill/>
                </a:ln>
                <a:solidFill>
                  <a:srgbClr val="4D5356"/>
                </a:solidFill>
                <a:effectLst/>
                <a:uLnTx/>
                <a:uFillTx/>
                <a:latin typeface="Trebuchet MS" panose="020B0703020202090204" pitchFamily="34" charset="0"/>
                <a:ea typeface="+mn-ea"/>
                <a:cs typeface="+mn-cs"/>
              </a:rPr>
              <a:t>an print hydrogel scaffolds,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B7996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900" b="1" i="0" u="none" strike="noStrike" kern="1200" cap="none" spc="0" normalizeH="0" baseline="0" noProof="0" dirty="0">
                <a:ln>
                  <a:noFill/>
                </a:ln>
                <a:solidFill>
                  <a:srgbClr val="4D5356"/>
                </a:solidFill>
                <a:effectLst/>
                <a:uLnTx/>
                <a:uFillTx/>
                <a:latin typeface="Trebuchet MS" panose="020B0703020202090204" pitchFamily="34" charset="0"/>
                <a:ea typeface="+mn-ea"/>
                <a:cs typeface="+mn-cs"/>
              </a:rPr>
              <a:t>With controllable printing parameters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E53846-E3F3-71CC-780C-A5AF3151A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Background to Bioprinting</a:t>
            </a:r>
          </a:p>
        </p:txBody>
      </p:sp>
      <p:sp>
        <p:nvSpPr>
          <p:cNvPr id="7" name="Photo by ...">
            <a:extLst>
              <a:ext uri="{FF2B5EF4-FFF2-40B4-BE49-F238E27FC236}">
                <a16:creationId xmlns:a16="http://schemas.microsoft.com/office/drawing/2014/main" id="{DECBD9FB-4FDC-2132-892A-9B81B4229668}"/>
              </a:ext>
            </a:extLst>
          </p:cNvPr>
          <p:cNvSpPr txBox="1"/>
          <p:nvPr/>
        </p:nvSpPr>
        <p:spPr>
          <a:xfrm>
            <a:off x="10195385" y="6238580"/>
            <a:ext cx="14331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900" dirty="0">
                <a:solidFill>
                  <a:srgbClr val="000000"/>
                </a:solidFill>
                <a:latin typeface="Trebuchet MS" panose="020B0703020202090204" pitchFamily="34" charset="0"/>
              </a:rPr>
              <a:t>Photo by CELLINK</a:t>
            </a:r>
          </a:p>
        </p:txBody>
      </p:sp>
    </p:spTree>
    <p:extLst>
      <p:ext uri="{BB962C8B-B14F-4D97-AF65-F5344CB8AC3E}">
        <p14:creationId xmlns:p14="http://schemas.microsoft.com/office/powerpoint/2010/main" val="39076720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166F32-2CD9-297A-6173-1933E71D3DE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2953" y="1418255"/>
            <a:ext cx="4073144" cy="5098644"/>
          </a:xfrm>
        </p:spPr>
        <p:txBody>
          <a:bodyPr>
            <a:normAutofit fontScale="92500"/>
          </a:bodyPr>
          <a:lstStyle/>
          <a:p>
            <a:r>
              <a:rPr lang="en-US" sz="3200" dirty="0"/>
              <a:t>Objectives</a:t>
            </a:r>
            <a:endParaRPr lang="en-US" sz="2400" dirty="0"/>
          </a:p>
          <a:p>
            <a:pPr marL="285750" lvl="0" indent="-285750">
              <a:buClr>
                <a:srgbClr val="B79962"/>
              </a:buClr>
              <a:buFont typeface="Arial" panose="020B0604020202020204" pitchFamily="34" charset="0"/>
              <a:buChar char="•"/>
              <a:defRPr/>
            </a:pPr>
            <a:r>
              <a:rPr lang="en-US" sz="1800" dirty="0">
                <a:solidFill>
                  <a:srgbClr val="4D5356"/>
                </a:solidFill>
              </a:rPr>
              <a:t>Design and construct a gel extruder </a:t>
            </a:r>
          </a:p>
          <a:p>
            <a:pPr marL="285750" lvl="0" indent="-285750">
              <a:buClr>
                <a:srgbClr val="B79962"/>
              </a:buClr>
              <a:buFont typeface="Arial" panose="020B0604020202020204" pitchFamily="34" charset="0"/>
              <a:buChar char="•"/>
              <a:defRPr/>
            </a:pPr>
            <a:r>
              <a:rPr lang="en-US" sz="1800" dirty="0">
                <a:solidFill>
                  <a:srgbClr val="4D5356"/>
                </a:solidFill>
              </a:rPr>
              <a:t>Integrate the extruder into a standard 3D printer body</a:t>
            </a:r>
          </a:p>
          <a:p>
            <a:pPr marL="285750" lvl="0" indent="-285750">
              <a:buClr>
                <a:srgbClr val="B79962"/>
              </a:buClr>
              <a:buFont typeface="Arial" panose="020B0604020202020204" pitchFamily="34" charset="0"/>
              <a:buChar char="•"/>
              <a:defRPr/>
            </a:pPr>
            <a:r>
              <a:rPr lang="en-US" sz="1800" dirty="0">
                <a:solidFill>
                  <a:srgbClr val="4D5356"/>
                </a:solidFill>
              </a:rPr>
              <a:t>Develop and implement a calibration procedure to determine optimal print settings</a:t>
            </a:r>
          </a:p>
          <a:p>
            <a:r>
              <a:rPr lang="en-US" sz="3200" dirty="0"/>
              <a:t>Motivation</a:t>
            </a:r>
            <a:endParaRPr lang="en-US" sz="4800" dirty="0"/>
          </a:p>
          <a:p>
            <a:pPr marL="285750" lvl="0" indent="-285750">
              <a:buClr>
                <a:srgbClr val="B79962"/>
              </a:buClr>
              <a:buFont typeface="Arial" panose="020B0604020202020204" pitchFamily="34" charset="0"/>
              <a:buChar char="•"/>
              <a:defRPr/>
            </a:pPr>
            <a:r>
              <a:rPr lang="en-US" sz="1800" dirty="0">
                <a:solidFill>
                  <a:srgbClr val="4D5356"/>
                </a:solidFill>
              </a:rPr>
              <a:t>Commercial bioprinters are expensive and inaccessible</a:t>
            </a:r>
          </a:p>
          <a:p>
            <a:pPr marL="285750" lvl="0" indent="-285750">
              <a:buClr>
                <a:srgbClr val="B79962"/>
              </a:buClr>
              <a:buFont typeface="Arial" panose="020B0604020202020204" pitchFamily="34" charset="0"/>
              <a:buChar char="•"/>
              <a:defRPr/>
            </a:pPr>
            <a:r>
              <a:rPr lang="en-US" sz="1800" dirty="0">
                <a:solidFill>
                  <a:srgbClr val="4D5356"/>
                </a:solidFill>
              </a:rPr>
              <a:t>These printers make use of proprietary gels</a:t>
            </a:r>
          </a:p>
          <a:p>
            <a:pPr marL="285750" lvl="0" indent="-285750">
              <a:buClr>
                <a:srgbClr val="B79962"/>
              </a:buClr>
              <a:buFont typeface="Arial" panose="020B0604020202020204" pitchFamily="34" charset="0"/>
              <a:buChar char="•"/>
              <a:defRPr/>
            </a:pPr>
            <a:r>
              <a:rPr lang="en-US" sz="1800" dirty="0">
                <a:solidFill>
                  <a:srgbClr val="4D5356"/>
                </a:solidFill>
              </a:rPr>
              <a:t>The designed printer allows for the calibration of non-proprietary gels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CB9498F-513D-7CD6-E1E1-D0218EC5F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Objectives and Motivation</a:t>
            </a:r>
            <a:endParaRPr lang="en-ZA" sz="4000" dirty="0"/>
          </a:p>
        </p:txBody>
      </p:sp>
      <p:pic>
        <p:nvPicPr>
          <p:cNvPr id="1026" name="Picture 2" descr="LIMS - [View Tool]">
            <a:extLst>
              <a:ext uri="{FF2B5EF4-FFF2-40B4-BE49-F238E27FC236}">
                <a16:creationId xmlns:a16="http://schemas.microsoft.com/office/drawing/2014/main" id="{5A160EB5-075F-EB63-F246-24668360F8E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6199" y="1701800"/>
            <a:ext cx="5038827" cy="4795838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" name="Photo by ...">
            <a:extLst>
              <a:ext uri="{FF2B5EF4-FFF2-40B4-BE49-F238E27FC236}">
                <a16:creationId xmlns:a16="http://schemas.microsoft.com/office/drawing/2014/main" id="{6227D91F-BB8C-B5FD-B092-58944644E327}"/>
              </a:ext>
            </a:extLst>
          </p:cNvPr>
          <p:cNvSpPr txBox="1"/>
          <p:nvPr/>
        </p:nvSpPr>
        <p:spPr>
          <a:xfrm>
            <a:off x="9161869" y="6289365"/>
            <a:ext cx="14331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900" dirty="0">
                <a:solidFill>
                  <a:srgbClr val="000000"/>
                </a:solidFill>
                <a:latin typeface="Trebuchet MS" panose="020B0703020202090204" pitchFamily="34" charset="0"/>
              </a:rPr>
              <a:t>Photo by CELLINK</a:t>
            </a:r>
          </a:p>
        </p:txBody>
      </p:sp>
    </p:spTree>
    <p:extLst>
      <p:ext uri="{BB962C8B-B14F-4D97-AF65-F5344CB8AC3E}">
        <p14:creationId xmlns:p14="http://schemas.microsoft.com/office/powerpoint/2010/main" val="23338951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CFC232A-9AE9-B186-D96D-B7995E1B9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523" y="1966803"/>
            <a:ext cx="4639444" cy="795051"/>
          </a:xfrm>
        </p:spPr>
        <p:txBody>
          <a:bodyPr>
            <a:noAutofit/>
          </a:bodyPr>
          <a:lstStyle/>
          <a:p>
            <a:pPr algn="ctr"/>
            <a:r>
              <a:rPr lang="en-US" dirty="0"/>
              <a:t>Designed System</a:t>
            </a:r>
            <a:endParaRPr lang="en-ZA" dirty="0"/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D311EAD3-8F5C-CD43-2788-E9430C88E1C3}"/>
              </a:ext>
            </a:extLst>
          </p:cNvPr>
          <p:cNvSpPr txBox="1">
            <a:spLocks/>
          </p:cNvSpPr>
          <p:nvPr/>
        </p:nvSpPr>
        <p:spPr>
          <a:xfrm>
            <a:off x="230882" y="2598575"/>
            <a:ext cx="4639444" cy="18877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0" kern="1200">
                <a:solidFill>
                  <a:schemeClr val="bg1"/>
                </a:solidFill>
                <a:latin typeface="Trebuchet MS" panose="020B0703020202090204" pitchFamily="34" charset="0"/>
                <a:ea typeface="+mj-ea"/>
                <a:cs typeface="+mj-cs"/>
              </a:defRPr>
            </a:lvl1pPr>
          </a:lstStyle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Syringe-Based Extruder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Nozzle Heating 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800" dirty="0"/>
              <a:t>Ender-style 3D printer body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800" dirty="0"/>
              <a:t>Bed cooling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800" dirty="0"/>
              <a:t>SD card to input print tasks</a:t>
            </a:r>
          </a:p>
        </p:txBody>
      </p:sp>
      <p:pic>
        <p:nvPicPr>
          <p:cNvPr id="8" name="Content Placeholder 7" descr="A 3d model of a machine&#10;&#10;AI-generated content may be incorrect.">
            <a:extLst>
              <a:ext uri="{FF2B5EF4-FFF2-40B4-BE49-F238E27FC236}">
                <a16:creationId xmlns:a16="http://schemas.microsoft.com/office/drawing/2014/main" id="{5D1A72F3-AF53-6356-5E62-1AA027D768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33362" t="11160" r="32449" b="5525"/>
          <a:stretch>
            <a:fillRect/>
          </a:stretch>
        </p:blipFill>
        <p:spPr>
          <a:xfrm>
            <a:off x="6176865" y="1446245"/>
            <a:ext cx="4676857" cy="5128777"/>
          </a:xfrm>
        </p:spPr>
      </p:pic>
    </p:spTree>
    <p:extLst>
      <p:ext uri="{BB962C8B-B14F-4D97-AF65-F5344CB8AC3E}">
        <p14:creationId xmlns:p14="http://schemas.microsoft.com/office/powerpoint/2010/main" val="25959520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A5915-BD7E-45F3-1B1C-A864A7E3D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68CBD-2C30-7FDB-E1AB-4E52E4E5C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375" y="1957480"/>
            <a:ext cx="4639444" cy="823043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Printer Usage Design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3890BF1-EF6F-1F1D-A0E9-239780B7341E}"/>
              </a:ext>
            </a:extLst>
          </p:cNvPr>
          <p:cNvSpPr txBox="1">
            <a:spLocks/>
          </p:cNvSpPr>
          <p:nvPr/>
        </p:nvSpPr>
        <p:spPr>
          <a:xfrm>
            <a:off x="215178" y="2575248"/>
            <a:ext cx="7166388" cy="19967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0" kern="1200">
                <a:solidFill>
                  <a:schemeClr val="bg1"/>
                </a:solidFill>
                <a:latin typeface="Trebuchet MS" panose="020B0703020202090204" pitchFamily="34" charset="0"/>
                <a:ea typeface="+mj-ea"/>
                <a:cs typeface="+mj-cs"/>
              </a:defRPr>
            </a:lvl1pPr>
          </a:lstStyle>
          <a:p>
            <a:pPr marL="285750" lvl="0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1800" dirty="0">
                <a:solidFill>
                  <a:srgbClr val="FFFFFF"/>
                </a:solidFill>
              </a:rPr>
              <a:t>Initially calibrated with agar gel used as a GelMA substitute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15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703020202090204" pitchFamily="34" charset="0"/>
                <a:ea typeface="+mj-ea"/>
                <a:cs typeface="+mj-cs"/>
              </a:rPr>
              <a:t>6 stages: nozzle height; print speed; circles, line spacing; layer stacking; repeatability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703020202090204" pitchFamily="34" charset="0"/>
                <a:ea typeface="+mj-ea"/>
                <a:cs typeface="+mj-cs"/>
              </a:rPr>
              <a:t>1) MATLAB task generation, 2) Printing, 3) Photograph, 4) GIMP analysis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US" sz="1800" dirty="0">
                <a:solidFill>
                  <a:srgbClr val="FFFFFF"/>
                </a:solidFill>
              </a:rPr>
              <a:t>Print tasks: https://github.com/SimonDaniel605/Hydrogel-3D-Printer/tree/main/Experiments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 panose="020B0703020202090204" pitchFamily="34" charset="0"/>
              <a:ea typeface="+mj-ea"/>
              <a:cs typeface="+mj-cs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C36ADFD-A7C3-8FB8-826D-3A9DC34DEC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92316" y="1625750"/>
            <a:ext cx="4595258" cy="4762913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6648287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35FF0C2-C350-393C-09D5-43AC7CC3D6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8506" y="2298214"/>
            <a:ext cx="7553252" cy="3654718"/>
          </a:xfrm>
        </p:spPr>
        <p:txBody>
          <a:bodyPr>
            <a:normAutofit/>
          </a:bodyPr>
          <a:lstStyle/>
          <a:p>
            <a:r>
              <a:rPr lang="en-US" dirty="0"/>
              <a:t>Implement closed-loop regulation of extrusion pressure.</a:t>
            </a:r>
          </a:p>
          <a:p>
            <a:r>
              <a:rPr lang="en-US" dirty="0"/>
              <a:t>Replace the current representative LED with a UV curing light for real gelation control.</a:t>
            </a:r>
          </a:p>
          <a:p>
            <a:r>
              <a:rPr lang="en-US"/>
              <a:t>Add </a:t>
            </a:r>
            <a:r>
              <a:rPr lang="en-US" dirty="0"/>
              <a:t>a second extruder with active cooling for handling Matrigel (dual extrusion).</a:t>
            </a:r>
          </a:p>
          <a:p>
            <a:endParaRPr lang="en-Z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D89104-8175-6A8A-7469-3B4BFD1D024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/>
              <a:t>Potential for Future Work and Upgrades</a:t>
            </a:r>
            <a:endParaRPr lang="en-ZA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32B7A76-65D5-3CA5-314B-04338B36F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Future Work</a:t>
            </a:r>
            <a:endParaRPr lang="en-ZA" sz="4000" dirty="0"/>
          </a:p>
        </p:txBody>
      </p:sp>
    </p:spTree>
    <p:extLst>
      <p:ext uri="{BB962C8B-B14F-4D97-AF65-F5344CB8AC3E}">
        <p14:creationId xmlns:p14="http://schemas.microsoft.com/office/powerpoint/2010/main" val="38259313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placeholder">
            <a:extLst>
              <a:ext uri="{FF2B5EF4-FFF2-40B4-BE49-F238E27FC236}">
                <a16:creationId xmlns:a16="http://schemas.microsoft.com/office/drawing/2014/main" id="{C0B95DC7-405E-0DAE-33C4-786C54F1FCDB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sp>
        <p:nvSpPr>
          <p:cNvPr id="2" name="SU shape">
            <a:extLst>
              <a:ext uri="{FF2B5EF4-FFF2-40B4-BE49-F238E27FC236}">
                <a16:creationId xmlns:a16="http://schemas.microsoft.com/office/drawing/2014/main" id="{158BEB47-8466-6EA9-429B-31B802564F90}"/>
              </a:ext>
            </a:extLst>
          </p:cNvPr>
          <p:cNvSpPr/>
          <p:nvPr/>
        </p:nvSpPr>
        <p:spPr>
          <a:xfrm>
            <a:off x="0" y="2740781"/>
            <a:ext cx="4563529" cy="2456861"/>
          </a:xfrm>
          <a:custGeom>
            <a:avLst/>
            <a:gdLst>
              <a:gd name="connsiteX0" fmla="*/ 5261811 w 5261811"/>
              <a:gd name="connsiteY0" fmla="*/ 1294820 h 2832794"/>
              <a:gd name="connsiteX1" fmla="*/ 5261482 w 5261811"/>
              <a:gd name="connsiteY1" fmla="*/ 2158836 h 2832794"/>
              <a:gd name="connsiteX2" fmla="*/ 4586436 w 5261811"/>
              <a:gd name="connsiteY2" fmla="*/ 2832794 h 2832794"/>
              <a:gd name="connsiteX3" fmla="*/ 0 w 5261811"/>
              <a:gd name="connsiteY3" fmla="*/ 2832794 h 2832794"/>
              <a:gd name="connsiteX4" fmla="*/ 0 w 5261811"/>
              <a:gd name="connsiteY4" fmla="*/ 0 h 2832794"/>
              <a:gd name="connsiteX5" fmla="*/ 5261811 w 5261811"/>
              <a:gd name="connsiteY5" fmla="*/ 0 h 2832794"/>
              <a:gd name="connsiteX6" fmla="*/ 5261811 w 5261811"/>
              <a:gd name="connsiteY6" fmla="*/ 1294820 h 2832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261811" h="2832794">
                <a:moveTo>
                  <a:pt x="5261811" y="1294820"/>
                </a:moveTo>
                <a:lnTo>
                  <a:pt x="5261482" y="2158836"/>
                </a:lnTo>
                <a:cubicBezTo>
                  <a:pt x="5261373" y="2531067"/>
                  <a:pt x="4959148" y="2832794"/>
                  <a:pt x="4586436" y="2832794"/>
                </a:cubicBezTo>
                <a:lnTo>
                  <a:pt x="0" y="2832794"/>
                </a:lnTo>
                <a:lnTo>
                  <a:pt x="0" y="0"/>
                </a:lnTo>
                <a:lnTo>
                  <a:pt x="5261811" y="0"/>
                </a:lnTo>
                <a:lnTo>
                  <a:pt x="5261811" y="1294820"/>
                </a:lnTo>
                <a:close/>
              </a:path>
            </a:pathLst>
          </a:custGeom>
          <a:solidFill>
            <a:srgbClr val="000000">
              <a:alpha val="20000"/>
            </a:srgbClr>
          </a:solidFill>
          <a:ln w="109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8" name="Photo by ...">
            <a:extLst>
              <a:ext uri="{FF2B5EF4-FFF2-40B4-BE49-F238E27FC236}">
                <a16:creationId xmlns:a16="http://schemas.microsoft.com/office/drawing/2014/main" id="{462A99E7-3842-07D7-CA8E-041BC17CC8BF}"/>
              </a:ext>
            </a:extLst>
          </p:cNvPr>
          <p:cNvSpPr txBox="1"/>
          <p:nvPr/>
        </p:nvSpPr>
        <p:spPr>
          <a:xfrm>
            <a:off x="10689903" y="6546486"/>
            <a:ext cx="14331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900" dirty="0">
                <a:solidFill>
                  <a:schemeClr val="bg1">
                    <a:lumMod val="95000"/>
                  </a:schemeClr>
                </a:solidFill>
                <a:latin typeface="Trebuchet MS" panose="020B0703020202090204" pitchFamily="34" charset="0"/>
              </a:rPr>
              <a:t>Photo by Stefan Els</a:t>
            </a:r>
          </a:p>
        </p:txBody>
      </p:sp>
      <p:pic>
        <p:nvPicPr>
          <p:cNvPr id="5" name="SU Logo">
            <a:extLst>
              <a:ext uri="{FF2B5EF4-FFF2-40B4-BE49-F238E27FC236}">
                <a16:creationId xmlns:a16="http://schemas.microsoft.com/office/drawing/2014/main" id="{DE245650-CF3D-BC4D-12F6-86D9EEC8605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25488" y="194982"/>
            <a:ext cx="3367549" cy="1820507"/>
          </a:xfrm>
          <a:prstGeom prst="rect">
            <a:avLst/>
          </a:prstGeom>
        </p:spPr>
      </p:pic>
      <p:sp>
        <p:nvSpPr>
          <p:cNvPr id="62" name="Title ">
            <a:extLst>
              <a:ext uri="{FF2B5EF4-FFF2-40B4-BE49-F238E27FC236}">
                <a16:creationId xmlns:a16="http://schemas.microsoft.com/office/drawing/2014/main" id="{8FE30489-4F84-58B6-0499-C23D7D46E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2075" y="3241168"/>
            <a:ext cx="2799378" cy="1456087"/>
          </a:xfrm>
        </p:spPr>
        <p:txBody>
          <a:bodyPr/>
          <a:lstStyle/>
          <a:p>
            <a:r>
              <a:rPr lang="en-US" dirty="0"/>
              <a:t>Thank you</a:t>
            </a:r>
            <a:br>
              <a:rPr lang="en-US" dirty="0"/>
            </a:br>
            <a:r>
              <a:rPr lang="en-US" dirty="0" err="1"/>
              <a:t>Enkosi</a:t>
            </a:r>
            <a:br>
              <a:rPr lang="en-US" dirty="0"/>
            </a:br>
            <a:r>
              <a:rPr lang="en-US" dirty="0" err="1"/>
              <a:t>Dankie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32933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EGINEERING#2022">
      <a:dk1>
        <a:srgbClr val="4D5356"/>
      </a:dk1>
      <a:lt1>
        <a:srgbClr val="FFFFFF"/>
      </a:lt1>
      <a:dk2>
        <a:srgbClr val="4D5356"/>
      </a:dk2>
      <a:lt2>
        <a:srgbClr val="FFFFFF"/>
      </a:lt2>
      <a:accent1>
        <a:srgbClr val="61223B"/>
      </a:accent1>
      <a:accent2>
        <a:srgbClr val="B79962"/>
      </a:accent2>
      <a:accent3>
        <a:srgbClr val="EBA900"/>
      </a:accent3>
      <a:accent4>
        <a:srgbClr val="8C979A"/>
      </a:accent4>
      <a:accent5>
        <a:srgbClr val="61223B"/>
      </a:accent5>
      <a:accent6>
        <a:srgbClr val="8B2346"/>
      </a:accent6>
      <a:hlink>
        <a:srgbClr val="B79962"/>
      </a:hlink>
      <a:folHlink>
        <a:srgbClr val="8C979A"/>
      </a:folHlink>
    </a:clrScheme>
    <a:fontScheme name="Trebuchet MS">
      <a:majorFont>
        <a:latin typeface="Trebuchet MS" panose="020B0603020202020204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2320dda-a88b-47bc-962e-2aaac57cca39" xsi:nil="true"/>
    <lcf76f155ced4ddcb4097134ff3c332f xmlns="5270dd94-f8cf-4d97-83e9-08c5e417fbc3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4B3423FE29EEC49A5FBBA28DDDCC119" ma:contentTypeVersion="18" ma:contentTypeDescription="Create a new document." ma:contentTypeScope="" ma:versionID="9fc8a1d5995b99482319092492896ab1">
  <xsd:schema xmlns:xsd="http://www.w3.org/2001/XMLSchema" xmlns:xs="http://www.w3.org/2001/XMLSchema" xmlns:p="http://schemas.microsoft.com/office/2006/metadata/properties" xmlns:ns2="5270dd94-f8cf-4d97-83e9-08c5e417fbc3" xmlns:ns3="32320dda-a88b-47bc-962e-2aaac57cca39" targetNamespace="http://schemas.microsoft.com/office/2006/metadata/properties" ma:root="true" ma:fieldsID="8d1b018b7732862bda1a1f425d035c40" ns2:_="" ns3:_="">
    <xsd:import namespace="5270dd94-f8cf-4d97-83e9-08c5e417fbc3"/>
    <xsd:import namespace="32320dda-a88b-47bc-962e-2aaac57cca3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LengthInSeconds" minOccurs="0"/>
                <xsd:element ref="ns2:MediaServiceLocation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270dd94-f8cf-4d97-83e9-08c5e417fbc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f52a57b7-faf8-40f9-a460-bb3073308a5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3" nillable="true" ma:displayName="Location" ma:internalName="MediaServiceLocation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2320dda-a88b-47bc-962e-2aaac57cca39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351cf5e1-6aa9-45e4-957f-34d7a3494660}" ma:internalName="TaxCatchAll" ma:showField="CatchAllData" ma:web="32320dda-a88b-47bc-962e-2aaac57cca3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0299697-2CF8-477D-9BB6-43782C4197C7}">
  <ds:schemaRefs>
    <ds:schemaRef ds:uri="http://schemas.microsoft.com/office/2006/metadata/properties"/>
    <ds:schemaRef ds:uri="http://schemas.microsoft.com/office/infopath/2007/PartnerControls"/>
    <ds:schemaRef ds:uri="32320dda-a88b-47bc-962e-2aaac57cca39"/>
    <ds:schemaRef ds:uri="5270dd94-f8cf-4d97-83e9-08c5e417fbc3"/>
  </ds:schemaRefs>
</ds:datastoreItem>
</file>

<file path=customXml/itemProps2.xml><?xml version="1.0" encoding="utf-8"?>
<ds:datastoreItem xmlns:ds="http://schemas.openxmlformats.org/officeDocument/2006/customXml" ds:itemID="{B78CF45D-B0CB-452D-8F6F-8B5D18CEA1E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270dd94-f8cf-4d97-83e9-08c5e417fbc3"/>
    <ds:schemaRef ds:uri="32320dda-a88b-47bc-962e-2aaac57cca3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892287B-DDA9-43AF-877D-51351E0FB67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41717</TotalTime>
  <Words>462</Words>
  <Application>Microsoft Office PowerPoint</Application>
  <PresentationFormat>Widescreen</PresentationFormat>
  <Paragraphs>67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-apple-system</vt:lpstr>
      <vt:lpstr>Arial</vt:lpstr>
      <vt:lpstr>Calibri</vt:lpstr>
      <vt:lpstr>Raleway</vt:lpstr>
      <vt:lpstr>Trebuchet MS</vt:lpstr>
      <vt:lpstr>Office Theme</vt:lpstr>
      <vt:lpstr>Development of a Hydrogel Extruder  By Simon Craig Daniel</vt:lpstr>
      <vt:lpstr>Background to Bioprinting</vt:lpstr>
      <vt:lpstr>Objectives and Motivation</vt:lpstr>
      <vt:lpstr>Designed System</vt:lpstr>
      <vt:lpstr>Printer Usage Design</vt:lpstr>
      <vt:lpstr>Future Work</vt:lpstr>
      <vt:lpstr>Thank you Enkosi Dankie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Muller, L, Mev [lm2@sun.ac.za]</dc:creator>
  <cp:lastModifiedBy>Simon Daniel</cp:lastModifiedBy>
  <cp:revision>743</cp:revision>
  <dcterms:created xsi:type="dcterms:W3CDTF">2021-09-15T08:20:16Z</dcterms:created>
  <dcterms:modified xsi:type="dcterms:W3CDTF">2026-05-23T12:47:56Z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0x010100008C6D65BAC40A45BAB92F14DB5F4FAF</vt:lpwstr>
  </property>
  <property fmtid="{D5CDD505-2E9C-101B-9397-08002B2CF9AE}" pid="3" name="MediaServiceImageTags">
    <vt:lpwstr/>
  </property>
</Properties>
</file>