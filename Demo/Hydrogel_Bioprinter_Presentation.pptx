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464" r:id="rId5"/>
    <p:sldId id="403" r:id="rId6"/>
    <p:sldId id="465" r:id="rId7"/>
    <p:sldId id="413" r:id="rId8"/>
    <p:sldId id="467" r:id="rId9"/>
    <p:sldId id="408" r:id="rId10"/>
    <p:sldId id="468" r:id="rId11"/>
    <p:sldId id="466" r:id="rId12"/>
    <p:sldId id="4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BB4FB-FB09-4372-891A-7BB65279AB06}" v="12" dt="2025-08-11T19:51:20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5033" autoAdjust="0"/>
  </p:normalViewPr>
  <p:slideViewPr>
    <p:cSldViewPr snapToGrid="0" snapToObjects="1" showGuides="1">
      <p:cViewPr>
        <p:scale>
          <a:sx n="75" d="100"/>
          <a:sy n="75" d="100"/>
        </p:scale>
        <p:origin x="1253" y="216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Daniel" userId="8a895e28f4a9d273" providerId="LiveId" clId="{E23BB4FB-FB09-4372-891A-7BB65279AB06}"/>
    <pc:docChg chg="undo custSel addSld delSld modSld sldOrd">
      <pc:chgData name="Simon Daniel" userId="8a895e28f4a9d273" providerId="LiveId" clId="{E23BB4FB-FB09-4372-891A-7BB65279AB06}" dt="2025-08-11T20:11:14.704" v="3257" actId="20577"/>
      <pc:docMkLst>
        <pc:docMk/>
      </pc:docMkLst>
      <pc:sldChg chg="del">
        <pc:chgData name="Simon Daniel" userId="8a895e28f4a9d273" providerId="LiveId" clId="{E23BB4FB-FB09-4372-891A-7BB65279AB06}" dt="2025-08-11T17:45:16.393" v="252" actId="47"/>
        <pc:sldMkLst>
          <pc:docMk/>
          <pc:sldMk cId="2829157713" sldId="401"/>
        </pc:sldMkLst>
      </pc:sldChg>
      <pc:sldChg chg="del">
        <pc:chgData name="Simon Daniel" userId="8a895e28f4a9d273" providerId="LiveId" clId="{E23BB4FB-FB09-4372-891A-7BB65279AB06}" dt="2025-08-11T17:45:18.296" v="253" actId="47"/>
        <pc:sldMkLst>
          <pc:docMk/>
          <pc:sldMk cId="324194213" sldId="402"/>
        </pc:sldMkLst>
      </pc:sldChg>
      <pc:sldChg chg="addSp delSp modSp mod">
        <pc:chgData name="Simon Daniel" userId="8a895e28f4a9d273" providerId="LiveId" clId="{E23BB4FB-FB09-4372-891A-7BB65279AB06}" dt="2025-08-11T19:19:46.492" v="941" actId="20577"/>
        <pc:sldMkLst>
          <pc:docMk/>
          <pc:sldMk cId="3907672066" sldId="403"/>
        </pc:sldMkLst>
        <pc:spChg chg="mod">
          <ac:chgData name="Simon Daniel" userId="8a895e28f4a9d273" providerId="LiveId" clId="{E23BB4FB-FB09-4372-891A-7BB65279AB06}" dt="2025-08-11T17:47:03.348" v="275" actId="20577"/>
          <ac:spMkLst>
            <pc:docMk/>
            <pc:sldMk cId="3907672066" sldId="403"/>
            <ac:spMk id="2" creationId="{08E53846-E3F3-71CC-780C-A5AF3151A989}"/>
          </ac:spMkLst>
        </pc:spChg>
        <pc:spChg chg="del">
          <ac:chgData name="Simon Daniel" userId="8a895e28f4a9d273" providerId="LiveId" clId="{E23BB4FB-FB09-4372-891A-7BB65279AB06}" dt="2025-08-11T17:44:46.817" v="240" actId="931"/>
          <ac:spMkLst>
            <pc:docMk/>
            <pc:sldMk cId="3907672066" sldId="403"/>
            <ac:spMk id="3" creationId="{748D7EAE-FD2B-8FF0-D312-621CA077543D}"/>
          </ac:spMkLst>
        </pc:spChg>
        <pc:spChg chg="mod">
          <ac:chgData name="Simon Daniel" userId="8a895e28f4a9d273" providerId="LiveId" clId="{E23BB4FB-FB09-4372-891A-7BB65279AB06}" dt="2025-08-11T19:19:46.492" v="941" actId="20577"/>
          <ac:spMkLst>
            <pc:docMk/>
            <pc:sldMk cId="3907672066" sldId="403"/>
            <ac:spMk id="4" creationId="{8201B1E7-DB65-0B9A-9C49-96DCFBDD13AD}"/>
          </ac:spMkLst>
        </pc:spChg>
        <pc:spChg chg="add mod">
          <ac:chgData name="Simon Daniel" userId="8a895e28f4a9d273" providerId="LiveId" clId="{E23BB4FB-FB09-4372-891A-7BB65279AB06}" dt="2025-08-11T17:57:56.929" v="373" actId="20577"/>
          <ac:spMkLst>
            <pc:docMk/>
            <pc:sldMk cId="3907672066" sldId="403"/>
            <ac:spMk id="7" creationId="{DECBD9FB-4FDC-2132-892A-9B81B4229668}"/>
          </ac:spMkLst>
        </pc:spChg>
        <pc:picChg chg="add mod">
          <ac:chgData name="Simon Daniel" userId="8a895e28f4a9d273" providerId="LiveId" clId="{E23BB4FB-FB09-4372-891A-7BB65279AB06}" dt="2025-08-11T17:46:32.409" v="260" actId="1440"/>
          <ac:picMkLst>
            <pc:docMk/>
            <pc:sldMk cId="3907672066" sldId="403"/>
            <ac:picMk id="6" creationId="{E6D13094-9EEA-B853-651D-F9D08E26B541}"/>
          </ac:picMkLst>
        </pc:picChg>
      </pc:sldChg>
      <pc:sldChg chg="del">
        <pc:chgData name="Simon Daniel" userId="8a895e28f4a9d273" providerId="LiveId" clId="{E23BB4FB-FB09-4372-891A-7BB65279AB06}" dt="2025-08-11T17:45:22.144" v="254" actId="47"/>
        <pc:sldMkLst>
          <pc:docMk/>
          <pc:sldMk cId="3782967550" sldId="404"/>
        </pc:sldMkLst>
      </pc:sldChg>
      <pc:sldChg chg="del">
        <pc:chgData name="Simon Daniel" userId="8a895e28f4a9d273" providerId="LiveId" clId="{E23BB4FB-FB09-4372-891A-7BB65279AB06}" dt="2025-08-11T17:45:23.395" v="255" actId="47"/>
        <pc:sldMkLst>
          <pc:docMk/>
          <pc:sldMk cId="2367353279" sldId="405"/>
        </pc:sldMkLst>
      </pc:sldChg>
      <pc:sldChg chg="del">
        <pc:chgData name="Simon Daniel" userId="8a895e28f4a9d273" providerId="LiveId" clId="{E23BB4FB-FB09-4372-891A-7BB65279AB06}" dt="2025-08-11T17:45:27.620" v="256" actId="47"/>
        <pc:sldMkLst>
          <pc:docMk/>
          <pc:sldMk cId="3705928827" sldId="406"/>
        </pc:sldMkLst>
      </pc:sldChg>
      <pc:sldChg chg="del">
        <pc:chgData name="Simon Daniel" userId="8a895e28f4a9d273" providerId="LiveId" clId="{E23BB4FB-FB09-4372-891A-7BB65279AB06}" dt="2025-08-11T10:50:45.630" v="122" actId="2696"/>
        <pc:sldMkLst>
          <pc:docMk/>
          <pc:sldMk cId="153812345" sldId="407"/>
        </pc:sldMkLst>
      </pc:sldChg>
      <pc:sldChg chg="addSp delSp modSp mod">
        <pc:chgData name="Simon Daniel" userId="8a895e28f4a9d273" providerId="LiveId" clId="{E23BB4FB-FB09-4372-891A-7BB65279AB06}" dt="2025-08-11T20:05:12.057" v="2702" actId="20577"/>
        <pc:sldMkLst>
          <pc:docMk/>
          <pc:sldMk cId="251010323" sldId="408"/>
        </pc:sldMkLst>
        <pc:spChg chg="mod">
          <ac:chgData name="Simon Daniel" userId="8a895e28f4a9d273" providerId="LiveId" clId="{E23BB4FB-FB09-4372-891A-7BB65279AB06}" dt="2025-08-11T10:51:04.430" v="138" actId="20577"/>
          <ac:spMkLst>
            <pc:docMk/>
            <pc:sldMk cId="251010323" sldId="408"/>
            <ac:spMk id="2" creationId="{FC8B1D09-BE39-A4D4-5A26-FCBA981656C6}"/>
          </ac:spMkLst>
        </pc:spChg>
        <pc:spChg chg="del">
          <ac:chgData name="Simon Daniel" userId="8a895e28f4a9d273" providerId="LiveId" clId="{E23BB4FB-FB09-4372-891A-7BB65279AB06}" dt="2025-08-11T18:16:06.204" v="374" actId="931"/>
          <ac:spMkLst>
            <pc:docMk/>
            <pc:sldMk cId="251010323" sldId="408"/>
            <ac:spMk id="3" creationId="{DB32D213-8CC8-7F4E-3479-C62BEF68A6E2}"/>
          </ac:spMkLst>
        </pc:spChg>
        <pc:spChg chg="mod">
          <ac:chgData name="Simon Daniel" userId="8a895e28f4a9d273" providerId="LiveId" clId="{E23BB4FB-FB09-4372-891A-7BB65279AB06}" dt="2025-08-11T20:05:12.057" v="2702" actId="20577"/>
          <ac:spMkLst>
            <pc:docMk/>
            <pc:sldMk cId="251010323" sldId="408"/>
            <ac:spMk id="4" creationId="{149B5198-AA04-0582-6577-E4119A0E0D82}"/>
          </ac:spMkLst>
        </pc:spChg>
        <pc:picChg chg="add mod">
          <ac:chgData name="Simon Daniel" userId="8a895e28f4a9d273" providerId="LiveId" clId="{E23BB4FB-FB09-4372-891A-7BB65279AB06}" dt="2025-08-11T18:16:59.924" v="377" actId="1440"/>
          <ac:picMkLst>
            <pc:docMk/>
            <pc:sldMk cId="251010323" sldId="408"/>
            <ac:picMk id="6" creationId="{E7F53538-63D8-0FDB-9983-E933BA4C1BB7}"/>
          </ac:picMkLst>
        </pc:picChg>
      </pc:sldChg>
      <pc:sldChg chg="del">
        <pc:chgData name="Simon Daniel" userId="8a895e28f4a9d273" providerId="LiveId" clId="{E23BB4FB-FB09-4372-891A-7BB65279AB06}" dt="2025-08-11T10:51:30.347" v="165" actId="47"/>
        <pc:sldMkLst>
          <pc:docMk/>
          <pc:sldMk cId="2936887946" sldId="409"/>
        </pc:sldMkLst>
      </pc:sldChg>
      <pc:sldChg chg="del">
        <pc:chgData name="Simon Daniel" userId="8a895e28f4a9d273" providerId="LiveId" clId="{E23BB4FB-FB09-4372-891A-7BB65279AB06}" dt="2025-08-11T17:45:33.656" v="259" actId="47"/>
        <pc:sldMkLst>
          <pc:docMk/>
          <pc:sldMk cId="2191915917" sldId="410"/>
        </pc:sldMkLst>
      </pc:sldChg>
      <pc:sldChg chg="addSp delSp modSp mod">
        <pc:chgData name="Simon Daniel" userId="8a895e28f4a9d273" providerId="LiveId" clId="{E23BB4FB-FB09-4372-891A-7BB65279AB06}" dt="2025-08-11T19:43:34.863" v="1733" actId="948"/>
        <pc:sldMkLst>
          <pc:docMk/>
          <pc:sldMk cId="1025101663" sldId="413"/>
        </pc:sldMkLst>
        <pc:spChg chg="mod">
          <ac:chgData name="Simon Daniel" userId="8a895e28f4a9d273" providerId="LiveId" clId="{E23BB4FB-FB09-4372-891A-7BB65279AB06}" dt="2025-08-11T19:33:56.773" v="1199" actId="1076"/>
          <ac:spMkLst>
            <pc:docMk/>
            <pc:sldMk cId="1025101663" sldId="413"/>
            <ac:spMk id="2" creationId="{7061B8EA-FC4E-C4B5-7EBA-2883F097A463}"/>
          </ac:spMkLst>
        </pc:spChg>
        <pc:spChg chg="del">
          <ac:chgData name="Simon Daniel" userId="8a895e28f4a9d273" providerId="LiveId" clId="{E23BB4FB-FB09-4372-891A-7BB65279AB06}" dt="2025-08-11T10:46:05.645" v="53" actId="931"/>
          <ac:spMkLst>
            <pc:docMk/>
            <pc:sldMk cId="1025101663" sldId="413"/>
            <ac:spMk id="3" creationId="{3DA82A1A-233C-2C90-1172-EA8E0E4A0798}"/>
          </ac:spMkLst>
        </pc:spChg>
        <pc:spChg chg="add mod">
          <ac:chgData name="Simon Daniel" userId="8a895e28f4a9d273" providerId="LiveId" clId="{E23BB4FB-FB09-4372-891A-7BB65279AB06}" dt="2025-08-11T19:43:34.863" v="1733" actId="948"/>
          <ac:spMkLst>
            <pc:docMk/>
            <pc:sldMk cId="1025101663" sldId="413"/>
            <ac:spMk id="3" creationId="{A8FE736F-060D-9EA9-B028-4E01AE436B5E}"/>
          </ac:spMkLst>
        </pc:spChg>
        <pc:picChg chg="add mod">
          <ac:chgData name="Simon Daniel" userId="8a895e28f4a9d273" providerId="LiveId" clId="{E23BB4FB-FB09-4372-891A-7BB65279AB06}" dt="2025-08-11T17:23:24.338" v="239" actId="1036"/>
          <ac:picMkLst>
            <pc:docMk/>
            <pc:sldMk cId="1025101663" sldId="413"/>
            <ac:picMk id="5" creationId="{78F0A7F6-A16F-3D03-1E6D-B3951680BC92}"/>
          </ac:picMkLst>
        </pc:picChg>
      </pc:sldChg>
      <pc:sldChg chg="del">
        <pc:chgData name="Simon Daniel" userId="8a895e28f4a9d273" providerId="LiveId" clId="{E23BB4FB-FB09-4372-891A-7BB65279AB06}" dt="2025-08-11T10:46:47.398" v="85" actId="2696"/>
        <pc:sldMkLst>
          <pc:docMk/>
          <pc:sldMk cId="1506657028" sldId="414"/>
        </pc:sldMkLst>
      </pc:sldChg>
      <pc:sldChg chg="del">
        <pc:chgData name="Simon Daniel" userId="8a895e28f4a9d273" providerId="LiveId" clId="{E23BB4FB-FB09-4372-891A-7BB65279AB06}" dt="2025-08-11T10:46:51.458" v="86" actId="2696"/>
        <pc:sldMkLst>
          <pc:docMk/>
          <pc:sldMk cId="1304244041" sldId="417"/>
        </pc:sldMkLst>
      </pc:sldChg>
      <pc:sldChg chg="del">
        <pc:chgData name="Simon Daniel" userId="8a895e28f4a9d273" providerId="LiveId" clId="{E23BB4FB-FB09-4372-891A-7BB65279AB06}" dt="2025-08-11T08:54:13.502" v="11" actId="2696"/>
        <pc:sldMkLst>
          <pc:docMk/>
          <pc:sldMk cId="3111962486" sldId="418"/>
        </pc:sldMkLst>
      </pc:sldChg>
      <pc:sldChg chg="del">
        <pc:chgData name="Simon Daniel" userId="8a895e28f4a9d273" providerId="LiveId" clId="{E23BB4FB-FB09-4372-891A-7BB65279AB06}" dt="2025-08-11T08:51:19.007" v="2" actId="2696"/>
        <pc:sldMkLst>
          <pc:docMk/>
          <pc:sldMk cId="368529010" sldId="422"/>
        </pc:sldMkLst>
      </pc:sldChg>
      <pc:sldChg chg="del">
        <pc:chgData name="Simon Daniel" userId="8a895e28f4a9d273" providerId="LiveId" clId="{E23BB4FB-FB09-4372-891A-7BB65279AB06}" dt="2025-08-11T08:53:56.589" v="8" actId="2696"/>
        <pc:sldMkLst>
          <pc:docMk/>
          <pc:sldMk cId="4085253918" sldId="454"/>
        </pc:sldMkLst>
      </pc:sldChg>
      <pc:sldChg chg="del">
        <pc:chgData name="Simon Daniel" userId="8a895e28f4a9d273" providerId="LiveId" clId="{E23BB4FB-FB09-4372-891A-7BB65279AB06}" dt="2025-08-11T17:45:31.254" v="258" actId="47"/>
        <pc:sldMkLst>
          <pc:docMk/>
          <pc:sldMk cId="2538106647" sldId="455"/>
        </pc:sldMkLst>
      </pc:sldChg>
      <pc:sldChg chg="del">
        <pc:chgData name="Simon Daniel" userId="8a895e28f4a9d273" providerId="LiveId" clId="{E23BB4FB-FB09-4372-891A-7BB65279AB06}" dt="2025-08-11T08:52:15.338" v="5" actId="2696"/>
        <pc:sldMkLst>
          <pc:docMk/>
          <pc:sldMk cId="3928197991" sldId="456"/>
        </pc:sldMkLst>
      </pc:sldChg>
      <pc:sldChg chg="del">
        <pc:chgData name="Simon Daniel" userId="8a895e28f4a9d273" providerId="LiveId" clId="{E23BB4FB-FB09-4372-891A-7BB65279AB06}" dt="2025-08-11T08:52:32.245" v="6" actId="2696"/>
        <pc:sldMkLst>
          <pc:docMk/>
          <pc:sldMk cId="2918693295" sldId="457"/>
        </pc:sldMkLst>
      </pc:sldChg>
      <pc:sldChg chg="del">
        <pc:chgData name="Simon Daniel" userId="8a895e28f4a9d273" providerId="LiveId" clId="{E23BB4FB-FB09-4372-891A-7BB65279AB06}" dt="2025-08-11T08:52:38.219" v="7" actId="2696"/>
        <pc:sldMkLst>
          <pc:docMk/>
          <pc:sldMk cId="2539446296" sldId="459"/>
        </pc:sldMkLst>
      </pc:sldChg>
      <pc:sldChg chg="del">
        <pc:chgData name="Simon Daniel" userId="8a895e28f4a9d273" providerId="LiveId" clId="{E23BB4FB-FB09-4372-891A-7BB65279AB06}" dt="2025-08-11T17:45:30.205" v="257" actId="47"/>
        <pc:sldMkLst>
          <pc:docMk/>
          <pc:sldMk cId="2362620449" sldId="461"/>
        </pc:sldMkLst>
      </pc:sldChg>
      <pc:sldChg chg="del">
        <pc:chgData name="Simon Daniel" userId="8a895e28f4a9d273" providerId="LiveId" clId="{E23BB4FB-FB09-4372-891A-7BB65279AB06}" dt="2025-08-11T08:52:09.277" v="4" actId="2696"/>
        <pc:sldMkLst>
          <pc:docMk/>
          <pc:sldMk cId="440946412" sldId="463"/>
        </pc:sldMkLst>
      </pc:sldChg>
      <pc:sldChg chg="modSp mod">
        <pc:chgData name="Simon Daniel" userId="8a895e28f4a9d273" providerId="LiveId" clId="{E23BB4FB-FB09-4372-891A-7BB65279AB06}" dt="2025-08-11T18:19:54.850" v="402" actId="20577"/>
        <pc:sldMkLst>
          <pc:docMk/>
          <pc:sldMk cId="2587152656" sldId="464"/>
        </pc:sldMkLst>
        <pc:spChg chg="mod">
          <ac:chgData name="Simon Daniel" userId="8a895e28f4a9d273" providerId="LiveId" clId="{E23BB4FB-FB09-4372-891A-7BB65279AB06}" dt="2025-08-11T18:19:54.850" v="402" actId="20577"/>
          <ac:spMkLst>
            <pc:docMk/>
            <pc:sldMk cId="2587152656" sldId="464"/>
            <ac:spMk id="3" creationId="{0DA60AD8-CAE2-5086-D3EF-B2339B4C34EA}"/>
          </ac:spMkLst>
        </pc:spChg>
      </pc:sldChg>
      <pc:sldChg chg="addSp delSp modSp new mod ord">
        <pc:chgData name="Simon Daniel" userId="8a895e28f4a9d273" providerId="LiveId" clId="{E23BB4FB-FB09-4372-891A-7BB65279AB06}" dt="2025-08-11T19:50:47.423" v="2307" actId="1035"/>
        <pc:sldMkLst>
          <pc:docMk/>
          <pc:sldMk cId="2595952031" sldId="465"/>
        </pc:sldMkLst>
        <pc:spChg chg="add del mod">
          <ac:chgData name="Simon Daniel" userId="8a895e28f4a9d273" providerId="LiveId" clId="{E23BB4FB-FB09-4372-891A-7BB65279AB06}" dt="2025-08-11T16:59:34.163" v="234" actId="931"/>
          <ac:spMkLst>
            <pc:docMk/>
            <pc:sldMk cId="2595952031" sldId="465"/>
            <ac:spMk id="2" creationId="{1D067FEF-0522-D55C-BC53-BA00F9F645D8}"/>
          </ac:spMkLst>
        </pc:spChg>
        <pc:spChg chg="add mod">
          <ac:chgData name="Simon Daniel" userId="8a895e28f4a9d273" providerId="LiveId" clId="{E23BB4FB-FB09-4372-891A-7BB65279AB06}" dt="2025-08-11T19:45:04.398" v="1892"/>
          <ac:spMkLst>
            <pc:docMk/>
            <pc:sldMk cId="2595952031" sldId="465"/>
            <ac:spMk id="2" creationId="{76D4ACA7-89E1-61F7-F063-10301B54AF2E}"/>
          </ac:spMkLst>
        </pc:spChg>
        <pc:spChg chg="mod">
          <ac:chgData name="Simon Daniel" userId="8a895e28f4a9d273" providerId="LiveId" clId="{E23BB4FB-FB09-4372-891A-7BB65279AB06}" dt="2025-08-11T19:50:47.423" v="2307" actId="1035"/>
          <ac:spMkLst>
            <pc:docMk/>
            <pc:sldMk cId="2595952031" sldId="465"/>
            <ac:spMk id="3" creationId="{0CFC232A-9AE9-B186-D96D-B7995E1B91AD}"/>
          </ac:spMkLst>
        </pc:spChg>
        <pc:spChg chg="add mod">
          <ac:chgData name="Simon Daniel" userId="8a895e28f4a9d273" providerId="LiveId" clId="{E23BB4FB-FB09-4372-891A-7BB65279AB06}" dt="2025-08-11T19:50:36.677" v="2297" actId="1076"/>
          <ac:spMkLst>
            <pc:docMk/>
            <pc:sldMk cId="2595952031" sldId="465"/>
            <ac:spMk id="4" creationId="{D311EAD3-8F5C-CD43-2788-E9430C88E1C3}"/>
          </ac:spMkLst>
        </pc:spChg>
        <pc:picChg chg="add mod">
          <ac:chgData name="Simon Daniel" userId="8a895e28f4a9d273" providerId="LiveId" clId="{E23BB4FB-FB09-4372-891A-7BB65279AB06}" dt="2025-08-11T16:58:24.768" v="231" actId="931"/>
          <ac:picMkLst>
            <pc:docMk/>
            <pc:sldMk cId="2595952031" sldId="465"/>
            <ac:picMk id="5" creationId="{550605A1-7705-1FDA-95A6-96F8CB6909D1}"/>
          </ac:picMkLst>
        </pc:picChg>
        <pc:picChg chg="add mod">
          <ac:chgData name="Simon Daniel" userId="8a895e28f4a9d273" providerId="LiveId" clId="{E23BB4FB-FB09-4372-891A-7BB65279AB06}" dt="2025-08-11T16:59:43.096" v="236" actId="14100"/>
          <ac:picMkLst>
            <pc:docMk/>
            <pc:sldMk cId="2595952031" sldId="465"/>
            <ac:picMk id="7" creationId="{B555718F-8B2B-4B2E-7B67-2BA1F01AF990}"/>
          </ac:picMkLst>
        </pc:picChg>
      </pc:sldChg>
      <pc:sldChg chg="del">
        <pc:chgData name="Simon Daniel" userId="8a895e28f4a9d273" providerId="LiveId" clId="{E23BB4FB-FB09-4372-891A-7BB65279AB06}" dt="2025-08-11T10:44:51.863" v="14" actId="2696"/>
        <pc:sldMkLst>
          <pc:docMk/>
          <pc:sldMk cId="3294895510" sldId="465"/>
        </pc:sldMkLst>
      </pc:sldChg>
      <pc:sldChg chg="new del">
        <pc:chgData name="Simon Daniel" userId="8a895e28f4a9d273" providerId="LiveId" clId="{E23BB4FB-FB09-4372-891A-7BB65279AB06}" dt="2025-08-11T08:54:20.720" v="13" actId="2696"/>
        <pc:sldMkLst>
          <pc:docMk/>
          <pc:sldMk cId="1558956473" sldId="466"/>
        </pc:sldMkLst>
      </pc:sldChg>
      <pc:sldChg chg="del">
        <pc:chgData name="Simon Daniel" userId="8a895e28f4a9d273" providerId="LiveId" clId="{E23BB4FB-FB09-4372-891A-7BB65279AB06}" dt="2025-08-11T08:51:55.308" v="3" actId="2696"/>
        <pc:sldMkLst>
          <pc:docMk/>
          <pc:sldMk cId="2684085812" sldId="466"/>
        </pc:sldMkLst>
      </pc:sldChg>
      <pc:sldChg chg="new del">
        <pc:chgData name="Simon Daniel" userId="8a895e28f4a9d273" providerId="LiveId" clId="{E23BB4FB-FB09-4372-891A-7BB65279AB06}" dt="2025-08-11T08:54:08.803" v="10" actId="2696"/>
        <pc:sldMkLst>
          <pc:docMk/>
          <pc:sldMk cId="3194662613" sldId="466"/>
        </pc:sldMkLst>
      </pc:sldChg>
      <pc:sldChg chg="modSp new mod">
        <pc:chgData name="Simon Daniel" userId="8a895e28f4a9d273" providerId="LiveId" clId="{E23BB4FB-FB09-4372-891A-7BB65279AB06}" dt="2025-08-11T20:11:14.704" v="3257" actId="20577"/>
        <pc:sldMkLst>
          <pc:docMk/>
          <pc:sldMk cId="3825931384" sldId="466"/>
        </pc:sldMkLst>
        <pc:spChg chg="mod">
          <ac:chgData name="Simon Daniel" userId="8a895e28f4a9d273" providerId="LiveId" clId="{E23BB4FB-FB09-4372-891A-7BB65279AB06}" dt="2025-08-11T20:10:21.774" v="3254" actId="20577"/>
          <ac:spMkLst>
            <pc:docMk/>
            <pc:sldMk cId="3825931384" sldId="466"/>
            <ac:spMk id="2" creationId="{535FF0C2-C350-393C-09D5-43AC7CC3D6AD}"/>
          </ac:spMkLst>
        </pc:spChg>
        <pc:spChg chg="mod">
          <ac:chgData name="Simon Daniel" userId="8a895e28f4a9d273" providerId="LiveId" clId="{E23BB4FB-FB09-4372-891A-7BB65279AB06}" dt="2025-08-11T20:11:14.704" v="3257" actId="20577"/>
          <ac:spMkLst>
            <pc:docMk/>
            <pc:sldMk cId="3825931384" sldId="466"/>
            <ac:spMk id="3" creationId="{BCD89104-8175-6A8A-7469-3B4BFD1D0246}"/>
          </ac:spMkLst>
        </pc:spChg>
        <pc:spChg chg="mod">
          <ac:chgData name="Simon Daniel" userId="8a895e28f4a9d273" providerId="LiveId" clId="{E23BB4FB-FB09-4372-891A-7BB65279AB06}" dt="2025-08-11T10:51:53.220" v="186" actId="20577"/>
          <ac:spMkLst>
            <pc:docMk/>
            <pc:sldMk cId="3825931384" sldId="466"/>
            <ac:spMk id="4" creationId="{732B7A76-65D5-3CA5-314B-04338B36F11B}"/>
          </ac:spMkLst>
        </pc:spChg>
      </pc:sldChg>
      <pc:sldChg chg="new del">
        <pc:chgData name="Simon Daniel" userId="8a895e28f4a9d273" providerId="LiveId" clId="{E23BB4FB-FB09-4372-891A-7BB65279AB06}" dt="2025-08-11T08:51:13.117" v="1" actId="2696"/>
        <pc:sldMkLst>
          <pc:docMk/>
          <pc:sldMk cId="3374815444" sldId="4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/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Development of a Hydrogel Extruder</a:t>
            </a:r>
            <a:br>
              <a:rPr lang="en-US" dirty="0"/>
            </a:br>
            <a:br>
              <a:rPr lang="en-US" dirty="0"/>
            </a:br>
            <a:r>
              <a:rPr lang="en-US" sz="1600" dirty="0"/>
              <a:t>By Simon Craig Daniel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lose-up of a machine with a blue tip on a petri dish&#10;&#10;AI-generated content may be incorrect.">
            <a:extLst>
              <a:ext uri="{FF2B5EF4-FFF2-40B4-BE49-F238E27FC236}">
                <a16:creationId xmlns:a16="http://schemas.microsoft.com/office/drawing/2014/main" id="{E6D13094-9EEA-B853-651D-F9D08E26B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8734" y="1701800"/>
            <a:ext cx="7193757" cy="479583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B1E7-DB65-0B9A-9C49-96DCFBDD1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Fabricating tissue scaffolds for regenerative medicine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Creating 3D environments to study cell growth and disease progression in biomedical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Serves as a calibration tool for characterizing bioinks</a:t>
            </a:r>
            <a:endParaRPr lang="en-US" dirty="0"/>
          </a:p>
          <a:p>
            <a:r>
              <a:rPr lang="en-US" dirty="0"/>
              <a:t>Challenge</a:t>
            </a:r>
          </a:p>
          <a:p>
            <a:r>
              <a:rPr lang="en-US" sz="1400" dirty="0"/>
              <a:t>To design a hydrogel printing system (mainly for GelMA) that maintains: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Controllable extrusion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Integrated curing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3846-E3F3-71CC-780C-A5AF3151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to Bioprinting</a:t>
            </a:r>
          </a:p>
        </p:txBody>
      </p:sp>
      <p:sp>
        <p:nvSpPr>
          <p:cNvPr id="7" name="Photo by ...">
            <a:extLst>
              <a:ext uri="{FF2B5EF4-FFF2-40B4-BE49-F238E27FC236}">
                <a16:creationId xmlns:a16="http://schemas.microsoft.com/office/drawing/2014/main" id="{DECBD9FB-4FDC-2132-892A-9B81B4229668}"/>
              </a:ext>
            </a:extLst>
          </p:cNvPr>
          <p:cNvSpPr txBox="1"/>
          <p:nvPr/>
        </p:nvSpPr>
        <p:spPr>
          <a:xfrm>
            <a:off x="10195385" y="6238580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rgbClr val="000000"/>
                </a:solidFill>
                <a:latin typeface="Trebuchet MS" panose="020B0703020202090204" pitchFamily="34" charset="0"/>
              </a:rPr>
              <a:t>Photo by CELLINK</a:t>
            </a:r>
          </a:p>
        </p:txBody>
      </p:sp>
    </p:spTree>
    <p:extLst>
      <p:ext uri="{BB962C8B-B14F-4D97-AF65-F5344CB8AC3E}">
        <p14:creationId xmlns:p14="http://schemas.microsoft.com/office/powerpoint/2010/main" val="390767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55718F-8B2B-4B2E-7B67-2BA1F01AF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3853" y="1488735"/>
            <a:ext cx="4528278" cy="501049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FC232A-9AE9-B186-D96D-B7995E1B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23" y="2069443"/>
            <a:ext cx="4639444" cy="79505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Mechanical System</a:t>
            </a:r>
            <a:br>
              <a:rPr lang="en-US" dirty="0"/>
            </a:br>
            <a:r>
              <a:rPr lang="en-US" dirty="0"/>
              <a:t>Design</a:t>
            </a:r>
            <a:endParaRPr lang="en-ZA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311EAD3-8F5C-CD43-2788-E9430C88E1C3}"/>
              </a:ext>
            </a:extLst>
          </p:cNvPr>
          <p:cNvSpPr txBox="1">
            <a:spLocks/>
          </p:cNvSpPr>
          <p:nvPr/>
        </p:nvSpPr>
        <p:spPr>
          <a:xfrm>
            <a:off x="333523" y="2855168"/>
            <a:ext cx="4639444" cy="1660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Extruder (with custom syringe with force and temperature feedback)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/>
              <a:t>3DOF Gantry (Bed-slinger)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/>
              <a:t>Peltier module for bed cooling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dirty="0"/>
              <a:t>UV light for permanent curing</a:t>
            </a:r>
            <a:endParaRPr lang="en-ZA" sz="1400" b="0" dirty="0"/>
          </a:p>
        </p:txBody>
      </p:sp>
    </p:spTree>
    <p:extLst>
      <p:ext uri="{BB962C8B-B14F-4D97-AF65-F5344CB8AC3E}">
        <p14:creationId xmlns:p14="http://schemas.microsoft.com/office/powerpoint/2010/main" val="259595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78F0A7F6-A16F-3D03-1E6D-B3951680B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800" y="1747354"/>
            <a:ext cx="6473825" cy="4743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1B8EA-FC4E-C4B5-7EBA-2883F097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957480"/>
            <a:ext cx="4639444" cy="82304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Embedded System Design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FE736F-060D-9EA9-B028-4E01AE436B5E}"/>
              </a:ext>
            </a:extLst>
          </p:cNvPr>
          <p:cNvSpPr txBox="1">
            <a:spLocks/>
          </p:cNvSpPr>
          <p:nvPr/>
        </p:nvSpPr>
        <p:spPr>
          <a:xfrm>
            <a:off x="336482" y="2575249"/>
            <a:ext cx="4639444" cy="1800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Stepper breakout modules (StepStick driver)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MOSFETS for switching power peripherals (Peltier, heater cartridge,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Load cell amplifier circuit (HX711)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Thermocouple amplifier circuit with MUX for multiple thermocouple readings (MAX6675)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EEPROM and MicroSD for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02510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5915-BD7E-45F3-1B1C-A864A7E3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71585546-16E5-9578-A71F-0AB48BAA1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800" y="1747354"/>
            <a:ext cx="6473825" cy="4743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B68CBD-2C30-7FDB-E1AB-4E52E4E5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957480"/>
            <a:ext cx="4639444" cy="82304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Experimental Design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890BF1-EF6F-1F1D-A0E9-239780B7341E}"/>
              </a:ext>
            </a:extLst>
          </p:cNvPr>
          <p:cNvSpPr txBox="1">
            <a:spLocks/>
          </p:cNvSpPr>
          <p:nvPr/>
        </p:nvSpPr>
        <p:spPr>
          <a:xfrm>
            <a:off x="336482" y="2575249"/>
            <a:ext cx="4639444" cy="1800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Stepper breakout modules (StepStick driver)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MOSFETS for switching power peripherals (Peltier, heater cartridge, etc.)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Load cell amplifier circuit (HX711)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Thermocouple amplifier circuit with MUX for multiple thermocouple readings (MAX6675)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EEPROM and MicroSD for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66482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etal frame with wires and a rectangular object on a wood surface&#10;&#10;AI-generated content may be incorrect.">
            <a:extLst>
              <a:ext uri="{FF2B5EF4-FFF2-40B4-BE49-F238E27FC236}">
                <a16:creationId xmlns:a16="http://schemas.microsoft.com/office/drawing/2014/main" id="{E7F53538-63D8-0FDB-9983-E933BA4C1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217" y="1701800"/>
            <a:ext cx="4548791" cy="479583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B5198-AA04-0582-6577-E4119A0E0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dirty="0"/>
              <a:t>What has been done?</a:t>
            </a:r>
            <a:endParaRPr lang="en-US" sz="1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Literature review has been conducted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Mechanical and electronic designs are complete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Mechanical parts have been 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Sourced parts have been assembled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Custom part’s mechanical drawings have been prepared and sent to the workshop and Fabrinox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PCB has been ordered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Firmware development has started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B1D09-BE39-A4D4-5A26-FCBA9816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5101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6F78-CA93-442E-6743-7EE466CF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etal frame with wires and a rectangular object on a wood surface&#10;&#10;AI-generated content may be incorrect.">
            <a:extLst>
              <a:ext uri="{FF2B5EF4-FFF2-40B4-BE49-F238E27FC236}">
                <a16:creationId xmlns:a16="http://schemas.microsoft.com/office/drawing/2014/main" id="{E2837265-BBC5-C88A-4E6B-DEA07270E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217" y="1701800"/>
            <a:ext cx="4548791" cy="479583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898AD-6B4F-C1A9-FCC1-84BA858F2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dirty="0"/>
              <a:t>What has been done?</a:t>
            </a:r>
            <a:endParaRPr lang="en-US" sz="1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Literature review has been conducted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Mechanical and electronic designs are complete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Mechanical parts have been 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Sourced parts have been assembled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Custom part’s mechanical drawings have been prepared and sent to the workshop and Fabrinox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PCB has been ordered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Firmware development has started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08EDE-3FF7-4777-91FF-89B91003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52226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FF0C2-C350-393C-09D5-43AC7CC3D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remaining mechanical assembly work must be finished once the custom parts arrive</a:t>
            </a:r>
          </a:p>
          <a:p>
            <a:r>
              <a:rPr lang="en-US" dirty="0"/>
              <a:t>The remaining electronics components need to be sourced</a:t>
            </a:r>
          </a:p>
          <a:p>
            <a:r>
              <a:rPr lang="en-US" dirty="0"/>
              <a:t>The PCB needs to be populated upon arrival</a:t>
            </a:r>
          </a:p>
          <a:p>
            <a:r>
              <a:rPr lang="en-US" dirty="0"/>
              <a:t>Firmware development must continue until completion</a:t>
            </a:r>
          </a:p>
          <a:p>
            <a:r>
              <a:rPr lang="en-US" dirty="0"/>
              <a:t>Experimental procedure must be established and conducted on the system with a testing surrogate</a:t>
            </a:r>
          </a:p>
          <a:p>
            <a:r>
              <a:rPr lang="en-US" dirty="0"/>
              <a:t>All results must be documented in a final report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89104-8175-6A8A-7469-3B4BFD1D0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What still needs to be done?</a:t>
            </a:r>
            <a:endParaRPr lang="en-Z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2B7A76-65D5-3CA5-314B-04338B36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2593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2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40692</TotalTime>
  <Words>564</Words>
  <Application>Microsoft Office PowerPoint</Application>
  <PresentationFormat>Widescreen</PresentationFormat>
  <Paragraphs>85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Raleway</vt:lpstr>
      <vt:lpstr>Trebuchet MS</vt:lpstr>
      <vt:lpstr>Office Theme</vt:lpstr>
      <vt:lpstr>Development of a Hydrogel Extruder  By Simon Craig Daniel</vt:lpstr>
      <vt:lpstr>Background to Bioprinting</vt:lpstr>
      <vt:lpstr>Mechanical System Design</vt:lpstr>
      <vt:lpstr>Embedded System Design</vt:lpstr>
      <vt:lpstr>Experimental Design</vt:lpstr>
      <vt:lpstr>Results</vt:lpstr>
      <vt:lpstr>Future Work</vt:lpstr>
      <vt:lpstr>Conclusion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Simon Daniel</cp:lastModifiedBy>
  <cp:revision>743</cp:revision>
  <dcterms:created xsi:type="dcterms:W3CDTF">2021-09-15T08:20:16Z</dcterms:created>
  <dcterms:modified xsi:type="dcterms:W3CDTF">2025-11-03T21:15:17Z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